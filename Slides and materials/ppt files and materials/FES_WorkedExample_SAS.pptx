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532" r:id="rId3"/>
    <p:sldId id="271" r:id="rId4"/>
    <p:sldId id="272" r:id="rId5"/>
    <p:sldId id="257" r:id="rId6"/>
    <p:sldId id="533" r:id="rId7"/>
    <p:sldId id="258" r:id="rId8"/>
    <p:sldId id="259" r:id="rId9"/>
    <p:sldId id="260" r:id="rId10"/>
    <p:sldId id="536" r:id="rId11"/>
    <p:sldId id="261" r:id="rId12"/>
    <p:sldId id="262" r:id="rId13"/>
    <p:sldId id="535" r:id="rId14"/>
    <p:sldId id="263" r:id="rId15"/>
    <p:sldId id="264" r:id="rId16"/>
    <p:sldId id="534" r:id="rId17"/>
    <p:sldId id="265" r:id="rId18"/>
    <p:sldId id="268" r:id="rId19"/>
    <p:sldId id="267" r:id="rId20"/>
    <p:sldId id="537" r:id="rId21"/>
    <p:sldId id="538" r:id="rId22"/>
    <p:sldId id="269" r:id="rId23"/>
    <p:sldId id="543" r:id="rId24"/>
    <p:sldId id="544" r:id="rId25"/>
    <p:sldId id="539" r:id="rId26"/>
    <p:sldId id="270" r:id="rId27"/>
    <p:sldId id="540" r:id="rId28"/>
    <p:sldId id="541" r:id="rId29"/>
    <p:sldId id="54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E445AC-3988-4A15-B9C2-81BE1A8469C0}" v="66" dt="2025-07-10T19:21:42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ard,Emilie Pauline" userId="6b2953af-5bd4-44a1-a404-c37ddb850d4a" providerId="ADAL" clId="{C8E445AC-3988-4A15-B9C2-81BE1A8469C0}"/>
    <pc:docChg chg="undo custSel addSld delSld modSld sldOrd">
      <pc:chgData name="Demard,Emilie Pauline" userId="6b2953af-5bd4-44a1-a404-c37ddb850d4a" providerId="ADAL" clId="{C8E445AC-3988-4A15-B9C2-81BE1A8469C0}" dt="2025-07-10T19:25:23.438" v="496" actId="20577"/>
      <pc:docMkLst>
        <pc:docMk/>
      </pc:docMkLst>
      <pc:sldChg chg="modSp mod">
        <pc:chgData name="Demard,Emilie Pauline" userId="6b2953af-5bd4-44a1-a404-c37ddb850d4a" providerId="ADAL" clId="{C8E445AC-3988-4A15-B9C2-81BE1A8469C0}" dt="2025-07-10T19:18:57.503" v="425" actId="20577"/>
        <pc:sldMkLst>
          <pc:docMk/>
          <pc:sldMk cId="2993325942" sldId="256"/>
        </pc:sldMkLst>
        <pc:spChg chg="mod">
          <ac:chgData name="Demard,Emilie Pauline" userId="6b2953af-5bd4-44a1-a404-c37ddb850d4a" providerId="ADAL" clId="{C8E445AC-3988-4A15-B9C2-81BE1A8469C0}" dt="2025-07-10T19:10:14.295" v="424" actId="403"/>
          <ac:spMkLst>
            <pc:docMk/>
            <pc:sldMk cId="2993325942" sldId="256"/>
            <ac:spMk id="2" creationId="{62C09195-090E-F25F-32E6-CA5455E30DD2}"/>
          </ac:spMkLst>
        </pc:spChg>
        <pc:spChg chg="mod">
          <ac:chgData name="Demard,Emilie Pauline" userId="6b2953af-5bd4-44a1-a404-c37ddb850d4a" providerId="ADAL" clId="{C8E445AC-3988-4A15-B9C2-81BE1A8469C0}" dt="2025-07-10T19:18:57.503" v="425" actId="20577"/>
          <ac:spMkLst>
            <pc:docMk/>
            <pc:sldMk cId="2993325942" sldId="256"/>
            <ac:spMk id="3" creationId="{D8DC4951-8CB0-3623-BF97-66C96BFB55BA}"/>
          </ac:spMkLst>
        </pc:spChg>
        <pc:picChg chg="mod">
          <ac:chgData name="Demard,Emilie Pauline" userId="6b2953af-5bd4-44a1-a404-c37ddb850d4a" providerId="ADAL" clId="{C8E445AC-3988-4A15-B9C2-81BE1A8469C0}" dt="2025-07-10T19:10:02.491" v="421" actId="14100"/>
          <ac:picMkLst>
            <pc:docMk/>
            <pc:sldMk cId="2993325942" sldId="256"/>
            <ac:picMk id="1026" creationId="{0F3AD3FD-484D-F5B8-9B48-1CAB8FF8A67C}"/>
          </ac:picMkLst>
        </pc:picChg>
      </pc:sldChg>
      <pc:sldChg chg="addSp delSp modSp mod modAnim">
        <pc:chgData name="Demard,Emilie Pauline" userId="6b2953af-5bd4-44a1-a404-c37ddb850d4a" providerId="ADAL" clId="{C8E445AC-3988-4A15-B9C2-81BE1A8469C0}" dt="2025-07-10T14:50:13.616" v="101" actId="1038"/>
        <pc:sldMkLst>
          <pc:docMk/>
          <pc:sldMk cId="2276131323" sldId="265"/>
        </pc:sldMkLst>
        <pc:spChg chg="add mod">
          <ac:chgData name="Demard,Emilie Pauline" userId="6b2953af-5bd4-44a1-a404-c37ddb850d4a" providerId="ADAL" clId="{C8E445AC-3988-4A15-B9C2-81BE1A8469C0}" dt="2025-07-10T14:24:01.891" v="33" actId="1076"/>
          <ac:spMkLst>
            <pc:docMk/>
            <pc:sldMk cId="2276131323" sldId="265"/>
            <ac:spMk id="6" creationId="{2DD82252-CC6E-08EC-8B85-9FD591092121}"/>
          </ac:spMkLst>
        </pc:spChg>
        <pc:spChg chg="add del mod">
          <ac:chgData name="Demard,Emilie Pauline" userId="6b2953af-5bd4-44a1-a404-c37ddb850d4a" providerId="ADAL" clId="{C8E445AC-3988-4A15-B9C2-81BE1A8469C0}" dt="2025-07-10T14:50:03.809" v="92" actId="478"/>
          <ac:spMkLst>
            <pc:docMk/>
            <pc:sldMk cId="2276131323" sldId="265"/>
            <ac:spMk id="13" creationId="{708398D8-8EC4-ADA3-1800-15E95E7E3168}"/>
          </ac:spMkLst>
        </pc:spChg>
        <pc:spChg chg="mod">
          <ac:chgData name="Demard,Emilie Pauline" userId="6b2953af-5bd4-44a1-a404-c37ddb850d4a" providerId="ADAL" clId="{C8E445AC-3988-4A15-B9C2-81BE1A8469C0}" dt="2025-07-10T14:23:14.230" v="28" actId="20577"/>
          <ac:spMkLst>
            <pc:docMk/>
            <pc:sldMk cId="2276131323" sldId="265"/>
            <ac:spMk id="17" creationId="{7C325E0F-6AD5-E6CA-3B03-CFDCF08C9682}"/>
          </ac:spMkLst>
        </pc:spChg>
        <pc:spChg chg="mod">
          <ac:chgData name="Demard,Emilie Pauline" userId="6b2953af-5bd4-44a1-a404-c37ddb850d4a" providerId="ADAL" clId="{C8E445AC-3988-4A15-B9C2-81BE1A8469C0}" dt="2025-07-10T14:23:45.229" v="31" actId="14100"/>
          <ac:spMkLst>
            <pc:docMk/>
            <pc:sldMk cId="2276131323" sldId="265"/>
            <ac:spMk id="18" creationId="{CE6DAF5B-4176-5766-66BF-357C6C6D51AE}"/>
          </ac:spMkLst>
        </pc:spChg>
        <pc:picChg chg="del">
          <ac:chgData name="Demard,Emilie Pauline" userId="6b2953af-5bd4-44a1-a404-c37ddb850d4a" providerId="ADAL" clId="{C8E445AC-3988-4A15-B9C2-81BE1A8469C0}" dt="2025-07-10T14:49:58.488" v="91" actId="478"/>
          <ac:picMkLst>
            <pc:docMk/>
            <pc:sldMk cId="2276131323" sldId="265"/>
            <ac:picMk id="5" creationId="{ACC1097C-A55A-F72B-9F5D-69395F7F42B0}"/>
          </ac:picMkLst>
        </pc:picChg>
        <pc:picChg chg="add mod ord modCrop">
          <ac:chgData name="Demard,Emilie Pauline" userId="6b2953af-5bd4-44a1-a404-c37ddb850d4a" providerId="ADAL" clId="{C8E445AC-3988-4A15-B9C2-81BE1A8469C0}" dt="2025-07-10T14:50:13.616" v="101" actId="1038"/>
          <ac:picMkLst>
            <pc:docMk/>
            <pc:sldMk cId="2276131323" sldId="265"/>
            <ac:picMk id="9" creationId="{02DC57C8-BEF9-068C-A505-E7AFAACEEBED}"/>
          </ac:picMkLst>
        </pc:picChg>
      </pc:sldChg>
      <pc:sldChg chg="addSp delSp modSp mod">
        <pc:chgData name="Demard,Emilie Pauline" userId="6b2953af-5bd4-44a1-a404-c37ddb850d4a" providerId="ADAL" clId="{C8E445AC-3988-4A15-B9C2-81BE1A8469C0}" dt="2025-07-10T14:43:26.817" v="85" actId="14100"/>
        <pc:sldMkLst>
          <pc:docMk/>
          <pc:sldMk cId="3980158191" sldId="268"/>
        </pc:sldMkLst>
        <pc:spChg chg="add del mod">
          <ac:chgData name="Demard,Emilie Pauline" userId="6b2953af-5bd4-44a1-a404-c37ddb850d4a" providerId="ADAL" clId="{C8E445AC-3988-4A15-B9C2-81BE1A8469C0}" dt="2025-07-10T14:42:25.129" v="75" actId="478"/>
          <ac:spMkLst>
            <pc:docMk/>
            <pc:sldMk cId="3980158191" sldId="268"/>
            <ac:spMk id="7" creationId="{DFDC6BDE-87B9-4946-AC08-38457B32ACB0}"/>
          </ac:spMkLst>
        </pc:spChg>
        <pc:spChg chg="mod ord">
          <ac:chgData name="Demard,Emilie Pauline" userId="6b2953af-5bd4-44a1-a404-c37ddb850d4a" providerId="ADAL" clId="{C8E445AC-3988-4A15-B9C2-81BE1A8469C0}" dt="2025-07-10T14:43:22.036" v="84" actId="14100"/>
          <ac:spMkLst>
            <pc:docMk/>
            <pc:sldMk cId="3980158191" sldId="268"/>
            <ac:spMk id="12" creationId="{46CDC58E-3301-09EE-1665-27D124FE370D}"/>
          </ac:spMkLst>
        </pc:spChg>
        <pc:spChg chg="mod">
          <ac:chgData name="Demard,Emilie Pauline" userId="6b2953af-5bd4-44a1-a404-c37ddb850d4a" providerId="ADAL" clId="{C8E445AC-3988-4A15-B9C2-81BE1A8469C0}" dt="2025-07-10T14:43:26.817" v="85" actId="14100"/>
          <ac:spMkLst>
            <pc:docMk/>
            <pc:sldMk cId="3980158191" sldId="268"/>
            <ac:spMk id="13" creationId="{76980EFA-EB34-BD0C-3A7A-168CFE402623}"/>
          </ac:spMkLst>
        </pc:spChg>
        <pc:picChg chg="del">
          <ac:chgData name="Demard,Emilie Pauline" userId="6b2953af-5bd4-44a1-a404-c37ddb850d4a" providerId="ADAL" clId="{C8E445AC-3988-4A15-B9C2-81BE1A8469C0}" dt="2025-07-10T14:42:14.106" v="72" actId="478"/>
          <ac:picMkLst>
            <pc:docMk/>
            <pc:sldMk cId="3980158191" sldId="268"/>
            <ac:picMk id="5" creationId="{D2C87365-555C-0B60-B02D-63C8A9DD56D7}"/>
          </ac:picMkLst>
        </pc:picChg>
        <pc:picChg chg="add del">
          <ac:chgData name="Demard,Emilie Pauline" userId="6b2953af-5bd4-44a1-a404-c37ddb850d4a" providerId="ADAL" clId="{C8E445AC-3988-4A15-B9C2-81BE1A8469C0}" dt="2025-07-10T14:42:23.348" v="74" actId="478"/>
          <ac:picMkLst>
            <pc:docMk/>
            <pc:sldMk cId="3980158191" sldId="268"/>
            <ac:picMk id="10" creationId="{B9BDF81B-E2C7-CC43-7D74-0BEC4B6247BB}"/>
          </ac:picMkLst>
        </pc:picChg>
        <pc:picChg chg="add mod">
          <ac:chgData name="Demard,Emilie Pauline" userId="6b2953af-5bd4-44a1-a404-c37ddb850d4a" providerId="ADAL" clId="{C8E445AC-3988-4A15-B9C2-81BE1A8469C0}" dt="2025-07-10T14:43:18.297" v="83" actId="14100"/>
          <ac:picMkLst>
            <pc:docMk/>
            <pc:sldMk cId="3980158191" sldId="268"/>
            <ac:picMk id="11" creationId="{E98C1566-1BB4-5E78-47D4-AC17610F6878}"/>
          </ac:picMkLst>
        </pc:picChg>
      </pc:sldChg>
      <pc:sldChg chg="addSp delSp modSp mod modAnim">
        <pc:chgData name="Demard,Emilie Pauline" userId="6b2953af-5bd4-44a1-a404-c37ddb850d4a" providerId="ADAL" clId="{C8E445AC-3988-4A15-B9C2-81BE1A8469C0}" dt="2025-07-10T18:39:44.102" v="169" actId="14100"/>
        <pc:sldMkLst>
          <pc:docMk/>
          <pc:sldMk cId="2446258600" sldId="269"/>
        </pc:sldMkLst>
        <pc:spChg chg="add mod">
          <ac:chgData name="Demard,Emilie Pauline" userId="6b2953af-5bd4-44a1-a404-c37ddb850d4a" providerId="ADAL" clId="{C8E445AC-3988-4A15-B9C2-81BE1A8469C0}" dt="2025-07-10T14:38:22.987" v="58" actId="14100"/>
          <ac:spMkLst>
            <pc:docMk/>
            <pc:sldMk cId="2446258600" sldId="269"/>
            <ac:spMk id="7" creationId="{7F4526D6-D52D-C4CB-4C99-0BD0BE0E5667}"/>
          </ac:spMkLst>
        </pc:spChg>
        <pc:spChg chg="add mod">
          <ac:chgData name="Demard,Emilie Pauline" userId="6b2953af-5bd4-44a1-a404-c37ddb850d4a" providerId="ADAL" clId="{C8E445AC-3988-4A15-B9C2-81BE1A8469C0}" dt="2025-07-10T14:38:32.281" v="63" actId="14100"/>
          <ac:spMkLst>
            <pc:docMk/>
            <pc:sldMk cId="2446258600" sldId="269"/>
            <ac:spMk id="8" creationId="{97EDC45B-B143-F732-32E0-B1F6126A276F}"/>
          </ac:spMkLst>
        </pc:spChg>
        <pc:spChg chg="add mod">
          <ac:chgData name="Demard,Emilie Pauline" userId="6b2953af-5bd4-44a1-a404-c37ddb850d4a" providerId="ADAL" clId="{C8E445AC-3988-4A15-B9C2-81BE1A8469C0}" dt="2025-07-10T18:39:44.102" v="169" actId="14100"/>
          <ac:spMkLst>
            <pc:docMk/>
            <pc:sldMk cId="2446258600" sldId="269"/>
            <ac:spMk id="11" creationId="{11DA7A29-5B08-F533-21B4-F5DE09BBE8FA}"/>
          </ac:spMkLst>
        </pc:spChg>
        <pc:picChg chg="del">
          <ac:chgData name="Demard,Emilie Pauline" userId="6b2953af-5bd4-44a1-a404-c37ddb850d4a" providerId="ADAL" clId="{C8E445AC-3988-4A15-B9C2-81BE1A8469C0}" dt="2025-07-10T14:31:46.506" v="48" actId="478"/>
          <ac:picMkLst>
            <pc:docMk/>
            <pc:sldMk cId="2446258600" sldId="269"/>
            <ac:picMk id="5" creationId="{5DE690AA-8039-1A41-B15B-74DC75AB202B}"/>
          </ac:picMkLst>
        </pc:picChg>
        <pc:picChg chg="add mod ord">
          <ac:chgData name="Demard,Emilie Pauline" userId="6b2953af-5bd4-44a1-a404-c37ddb850d4a" providerId="ADAL" clId="{C8E445AC-3988-4A15-B9C2-81BE1A8469C0}" dt="2025-07-10T14:31:56.211" v="52" actId="1076"/>
          <ac:picMkLst>
            <pc:docMk/>
            <pc:sldMk cId="2446258600" sldId="269"/>
            <ac:picMk id="6" creationId="{BCC6DC57-65A3-8041-3204-1AE2A5ECD5D4}"/>
          </ac:picMkLst>
        </pc:picChg>
      </pc:sldChg>
      <pc:sldChg chg="modSp mod ord">
        <pc:chgData name="Demard,Emilie Pauline" userId="6b2953af-5bd4-44a1-a404-c37ddb850d4a" providerId="ADAL" clId="{C8E445AC-3988-4A15-B9C2-81BE1A8469C0}" dt="2025-07-10T19:25:23.438" v="496" actId="20577"/>
        <pc:sldMkLst>
          <pc:docMk/>
          <pc:sldMk cId="1746935855" sldId="270"/>
        </pc:sldMkLst>
        <pc:spChg chg="mod">
          <ac:chgData name="Demard,Emilie Pauline" userId="6b2953af-5bd4-44a1-a404-c37ddb850d4a" providerId="ADAL" clId="{C8E445AC-3988-4A15-B9C2-81BE1A8469C0}" dt="2025-07-10T19:25:23.438" v="496" actId="20577"/>
          <ac:spMkLst>
            <pc:docMk/>
            <pc:sldMk cId="1746935855" sldId="270"/>
            <ac:spMk id="3" creationId="{D09C8FF0-3A66-F4B8-A4F9-00BB1A0EFFE5}"/>
          </ac:spMkLst>
        </pc:spChg>
      </pc:sldChg>
      <pc:sldChg chg="modAnim">
        <pc:chgData name="Demard,Emilie Pauline" userId="6b2953af-5bd4-44a1-a404-c37ddb850d4a" providerId="ADAL" clId="{C8E445AC-3988-4A15-B9C2-81BE1A8469C0}" dt="2025-07-10T19:21:42.434" v="437"/>
        <pc:sldMkLst>
          <pc:docMk/>
          <pc:sldMk cId="3153864031" sldId="534"/>
        </pc:sldMkLst>
      </pc:sldChg>
      <pc:sldChg chg="addSp modSp mod modAnim">
        <pc:chgData name="Demard,Emilie Pauline" userId="6b2953af-5bd4-44a1-a404-c37ddb850d4a" providerId="ADAL" clId="{C8E445AC-3988-4A15-B9C2-81BE1A8469C0}" dt="2025-07-10T19:21:03.252" v="434" actId="14100"/>
        <pc:sldMkLst>
          <pc:docMk/>
          <pc:sldMk cId="760581292" sldId="536"/>
        </pc:sldMkLst>
        <pc:spChg chg="add mod">
          <ac:chgData name="Demard,Emilie Pauline" userId="6b2953af-5bd4-44a1-a404-c37ddb850d4a" providerId="ADAL" clId="{C8E445AC-3988-4A15-B9C2-81BE1A8469C0}" dt="2025-07-10T19:21:03.252" v="434" actId="14100"/>
          <ac:spMkLst>
            <pc:docMk/>
            <pc:sldMk cId="760581292" sldId="536"/>
            <ac:spMk id="8" creationId="{411BAFB9-5105-960C-02AF-0CF2FA5651D7}"/>
          </ac:spMkLst>
        </pc:spChg>
        <pc:picChg chg="mod">
          <ac:chgData name="Demard,Emilie Pauline" userId="6b2953af-5bd4-44a1-a404-c37ddb850d4a" providerId="ADAL" clId="{C8E445AC-3988-4A15-B9C2-81BE1A8469C0}" dt="2025-07-10T19:20:37.827" v="428" actId="1076"/>
          <ac:picMkLst>
            <pc:docMk/>
            <pc:sldMk cId="760581292" sldId="536"/>
            <ac:picMk id="9" creationId="{EF35FBEF-3BED-9051-584F-5D625736F09C}"/>
          </ac:picMkLst>
        </pc:picChg>
      </pc:sldChg>
      <pc:sldChg chg="addSp delSp modSp mod">
        <pc:chgData name="Demard,Emilie Pauline" userId="6b2953af-5bd4-44a1-a404-c37ddb850d4a" providerId="ADAL" clId="{C8E445AC-3988-4A15-B9C2-81BE1A8469C0}" dt="2025-07-10T19:22:59.188" v="444" actId="14100"/>
        <pc:sldMkLst>
          <pc:docMk/>
          <pc:sldMk cId="4039828669" sldId="538"/>
        </pc:sldMkLst>
        <pc:spChg chg="mod">
          <ac:chgData name="Demard,Emilie Pauline" userId="6b2953af-5bd4-44a1-a404-c37ddb850d4a" providerId="ADAL" clId="{C8E445AC-3988-4A15-B9C2-81BE1A8469C0}" dt="2025-07-10T19:22:52.623" v="443" actId="1076"/>
          <ac:spMkLst>
            <pc:docMk/>
            <pc:sldMk cId="4039828669" sldId="538"/>
            <ac:spMk id="7" creationId="{DF9E3486-F767-163D-7DB6-BA46A3E076F3}"/>
          </ac:spMkLst>
        </pc:spChg>
        <pc:spChg chg="ord">
          <ac:chgData name="Demard,Emilie Pauline" userId="6b2953af-5bd4-44a1-a404-c37ddb850d4a" providerId="ADAL" clId="{C8E445AC-3988-4A15-B9C2-81BE1A8469C0}" dt="2025-07-10T14:26:05.990" v="44" actId="166"/>
          <ac:spMkLst>
            <pc:docMk/>
            <pc:sldMk cId="4039828669" sldId="538"/>
            <ac:spMk id="10" creationId="{A755E640-2ACC-6218-B7B4-A6D52710D84D}"/>
          </ac:spMkLst>
        </pc:spChg>
        <pc:spChg chg="ord">
          <ac:chgData name="Demard,Emilie Pauline" userId="6b2953af-5bd4-44a1-a404-c37ddb850d4a" providerId="ADAL" clId="{C8E445AC-3988-4A15-B9C2-81BE1A8469C0}" dt="2025-07-10T14:26:21.028" v="47" actId="166"/>
          <ac:spMkLst>
            <pc:docMk/>
            <pc:sldMk cId="4039828669" sldId="538"/>
            <ac:spMk id="12" creationId="{5801C39F-CCFC-3531-DCA2-F766267BFAD5}"/>
          </ac:spMkLst>
        </pc:spChg>
        <pc:picChg chg="ord">
          <ac:chgData name="Demard,Emilie Pauline" userId="6b2953af-5bd4-44a1-a404-c37ddb850d4a" providerId="ADAL" clId="{C8E445AC-3988-4A15-B9C2-81BE1A8469C0}" dt="2025-07-10T14:26:21.028" v="47" actId="166"/>
          <ac:picMkLst>
            <pc:docMk/>
            <pc:sldMk cId="4039828669" sldId="538"/>
            <ac:picMk id="4" creationId="{95565405-F1A7-DFC9-7A1F-1FCF3E67D9F5}"/>
          </ac:picMkLst>
        </pc:picChg>
        <pc:picChg chg="add del">
          <ac:chgData name="Demard,Emilie Pauline" userId="6b2953af-5bd4-44a1-a404-c37ddb850d4a" providerId="ADAL" clId="{C8E445AC-3988-4A15-B9C2-81BE1A8469C0}" dt="2025-07-10T14:25:53.195" v="36" actId="478"/>
          <ac:picMkLst>
            <pc:docMk/>
            <pc:sldMk cId="4039828669" sldId="538"/>
            <ac:picMk id="5" creationId="{79A15246-83AC-90A3-2DFC-2EB344477FAE}"/>
          </ac:picMkLst>
        </pc:picChg>
        <pc:picChg chg="mod">
          <ac:chgData name="Demard,Emilie Pauline" userId="6b2953af-5bd4-44a1-a404-c37ddb850d4a" providerId="ADAL" clId="{C8E445AC-3988-4A15-B9C2-81BE1A8469C0}" dt="2025-07-10T19:22:50.858" v="442" actId="14100"/>
          <ac:picMkLst>
            <pc:docMk/>
            <pc:sldMk cId="4039828669" sldId="538"/>
            <ac:picMk id="6" creationId="{A93655C6-DDA3-F5C4-B8B5-9A0FF8144ECC}"/>
          </ac:picMkLst>
        </pc:picChg>
        <pc:picChg chg="add mod">
          <ac:chgData name="Demard,Emilie Pauline" userId="6b2953af-5bd4-44a1-a404-c37ddb850d4a" providerId="ADAL" clId="{C8E445AC-3988-4A15-B9C2-81BE1A8469C0}" dt="2025-07-10T14:26:01.081" v="43" actId="1035"/>
          <ac:picMkLst>
            <pc:docMk/>
            <pc:sldMk cId="4039828669" sldId="538"/>
            <ac:picMk id="9" creationId="{7743B9F1-FC4B-3C27-711F-43D259A0C0F9}"/>
          </ac:picMkLst>
        </pc:picChg>
        <pc:cxnChg chg="mod">
          <ac:chgData name="Demard,Emilie Pauline" userId="6b2953af-5bd4-44a1-a404-c37ddb850d4a" providerId="ADAL" clId="{C8E445AC-3988-4A15-B9C2-81BE1A8469C0}" dt="2025-07-10T19:22:59.188" v="444" actId="14100"/>
          <ac:cxnSpMkLst>
            <pc:docMk/>
            <pc:sldMk cId="4039828669" sldId="538"/>
            <ac:cxnSpMk id="8" creationId="{1E6086F4-0F96-301B-55A2-93FD9CC6519B}"/>
          </ac:cxnSpMkLst>
        </pc:cxnChg>
      </pc:sldChg>
      <pc:sldChg chg="addSp delSp modSp mod modAnim">
        <pc:chgData name="Demard,Emilie Pauline" userId="6b2953af-5bd4-44a1-a404-c37ddb850d4a" providerId="ADAL" clId="{C8E445AC-3988-4A15-B9C2-81BE1A8469C0}" dt="2025-07-10T19:23:25.134" v="449" actId="1076"/>
        <pc:sldMkLst>
          <pc:docMk/>
          <pc:sldMk cId="397231525" sldId="539"/>
        </pc:sldMkLst>
        <pc:spChg chg="add del mod">
          <ac:chgData name="Demard,Emilie Pauline" userId="6b2953af-5bd4-44a1-a404-c37ddb850d4a" providerId="ADAL" clId="{C8E445AC-3988-4A15-B9C2-81BE1A8469C0}" dt="2025-07-10T15:01:32.019" v="109" actId="478"/>
          <ac:spMkLst>
            <pc:docMk/>
            <pc:sldMk cId="397231525" sldId="539"/>
            <ac:spMk id="5" creationId="{32CB3356-21ED-08CF-2963-1C10F68BD2D7}"/>
          </ac:spMkLst>
        </pc:spChg>
        <pc:spChg chg="add mod">
          <ac:chgData name="Demard,Emilie Pauline" userId="6b2953af-5bd4-44a1-a404-c37ddb850d4a" providerId="ADAL" clId="{C8E445AC-3988-4A15-B9C2-81BE1A8469C0}" dt="2025-07-10T19:23:21.767" v="447" actId="1076"/>
          <ac:spMkLst>
            <pc:docMk/>
            <pc:sldMk cId="397231525" sldId="539"/>
            <ac:spMk id="11" creationId="{B70FB57E-6998-565E-C62F-AA825E3072A2}"/>
          </ac:spMkLst>
        </pc:spChg>
        <pc:spChg chg="add mod">
          <ac:chgData name="Demard,Emilie Pauline" userId="6b2953af-5bd4-44a1-a404-c37ddb850d4a" providerId="ADAL" clId="{C8E445AC-3988-4A15-B9C2-81BE1A8469C0}" dt="2025-07-10T19:23:23.506" v="448" actId="1076"/>
          <ac:spMkLst>
            <pc:docMk/>
            <pc:sldMk cId="397231525" sldId="539"/>
            <ac:spMk id="12" creationId="{3C5C2464-265C-C978-2746-CCC374F2CFC5}"/>
          </ac:spMkLst>
        </pc:spChg>
        <pc:spChg chg="add mod">
          <ac:chgData name="Demard,Emilie Pauline" userId="6b2953af-5bd4-44a1-a404-c37ddb850d4a" providerId="ADAL" clId="{C8E445AC-3988-4A15-B9C2-81BE1A8469C0}" dt="2025-07-10T15:04:51.698" v="138" actId="14100"/>
          <ac:spMkLst>
            <pc:docMk/>
            <pc:sldMk cId="397231525" sldId="539"/>
            <ac:spMk id="16" creationId="{2BA3B13F-26B0-4DD3-46B6-7E8BDB7A770A}"/>
          </ac:spMkLst>
        </pc:spChg>
        <pc:spChg chg="add mod">
          <ac:chgData name="Demard,Emilie Pauline" userId="6b2953af-5bd4-44a1-a404-c37ddb850d4a" providerId="ADAL" clId="{C8E445AC-3988-4A15-B9C2-81BE1A8469C0}" dt="2025-07-10T15:06:02.256" v="156" actId="1076"/>
          <ac:spMkLst>
            <pc:docMk/>
            <pc:sldMk cId="397231525" sldId="539"/>
            <ac:spMk id="17" creationId="{F24B4753-731C-E96C-3857-5F6D6586E8B9}"/>
          </ac:spMkLst>
        </pc:spChg>
        <pc:spChg chg="add mod">
          <ac:chgData name="Demard,Emilie Pauline" userId="6b2953af-5bd4-44a1-a404-c37ddb850d4a" providerId="ADAL" clId="{C8E445AC-3988-4A15-B9C2-81BE1A8469C0}" dt="2025-07-10T15:05:15.420" v="149" actId="14100"/>
          <ac:spMkLst>
            <pc:docMk/>
            <pc:sldMk cId="397231525" sldId="539"/>
            <ac:spMk id="18" creationId="{1950D903-DB2A-0989-48F1-F520ABEE9260}"/>
          </ac:spMkLst>
        </pc:spChg>
        <pc:spChg chg="add mod">
          <ac:chgData name="Demard,Emilie Pauline" userId="6b2953af-5bd4-44a1-a404-c37ddb850d4a" providerId="ADAL" clId="{C8E445AC-3988-4A15-B9C2-81BE1A8469C0}" dt="2025-07-10T15:07:00.737" v="161" actId="14100"/>
          <ac:spMkLst>
            <pc:docMk/>
            <pc:sldMk cId="397231525" sldId="539"/>
            <ac:spMk id="19" creationId="{38840F26-2E27-2C14-0803-47E883534F2C}"/>
          </ac:spMkLst>
        </pc:spChg>
        <pc:spChg chg="add">
          <ac:chgData name="Demard,Emilie Pauline" userId="6b2953af-5bd4-44a1-a404-c37ddb850d4a" providerId="ADAL" clId="{C8E445AC-3988-4A15-B9C2-81BE1A8469C0}" dt="2025-07-10T15:06:42.674" v="157" actId="11529"/>
          <ac:spMkLst>
            <pc:docMk/>
            <pc:sldMk cId="397231525" sldId="539"/>
            <ac:spMk id="20" creationId="{D6FEBB9B-D6F6-F3F9-7B2B-96D05D5BF11A}"/>
          </ac:spMkLst>
        </pc:spChg>
        <pc:spChg chg="add mod">
          <ac:chgData name="Demard,Emilie Pauline" userId="6b2953af-5bd4-44a1-a404-c37ddb850d4a" providerId="ADAL" clId="{C8E445AC-3988-4A15-B9C2-81BE1A8469C0}" dt="2025-07-10T15:06:45.976" v="159" actId="1076"/>
          <ac:spMkLst>
            <pc:docMk/>
            <pc:sldMk cId="397231525" sldId="539"/>
            <ac:spMk id="21" creationId="{4C3929D4-9106-6552-D9A5-9C3B9B69B648}"/>
          </ac:spMkLst>
        </pc:spChg>
        <pc:spChg chg="add mod">
          <ac:chgData name="Demard,Emilie Pauline" userId="6b2953af-5bd4-44a1-a404-c37ddb850d4a" providerId="ADAL" clId="{C8E445AC-3988-4A15-B9C2-81BE1A8469C0}" dt="2025-07-10T19:02:24.120" v="280" actId="20577"/>
          <ac:spMkLst>
            <pc:docMk/>
            <pc:sldMk cId="397231525" sldId="539"/>
            <ac:spMk id="23" creationId="{9661745D-F2A5-18CE-5305-BFE7D7D0C06C}"/>
          </ac:spMkLst>
        </pc:spChg>
        <pc:picChg chg="mod modCrop">
          <ac:chgData name="Demard,Emilie Pauline" userId="6b2953af-5bd4-44a1-a404-c37ddb850d4a" providerId="ADAL" clId="{C8E445AC-3988-4A15-B9C2-81BE1A8469C0}" dt="2025-07-10T15:06:02.256" v="156" actId="1076"/>
          <ac:picMkLst>
            <pc:docMk/>
            <pc:sldMk cId="397231525" sldId="539"/>
            <ac:picMk id="4" creationId="{A9CC2B7C-9ED7-6C1E-B279-A0840B7ECDEC}"/>
          </ac:picMkLst>
        </pc:picChg>
        <pc:picChg chg="del">
          <ac:chgData name="Demard,Emilie Pauline" userId="6b2953af-5bd4-44a1-a404-c37ddb850d4a" providerId="ADAL" clId="{C8E445AC-3988-4A15-B9C2-81BE1A8469C0}" dt="2025-07-10T15:01:04.763" v="106" actId="478"/>
          <ac:picMkLst>
            <pc:docMk/>
            <pc:sldMk cId="397231525" sldId="539"/>
            <ac:picMk id="6" creationId="{9C6B82CD-2A5B-A28F-819C-6D02DFA059A9}"/>
          </ac:picMkLst>
        </pc:picChg>
        <pc:picChg chg="add mod">
          <ac:chgData name="Demard,Emilie Pauline" userId="6b2953af-5bd4-44a1-a404-c37ddb850d4a" providerId="ADAL" clId="{C8E445AC-3988-4A15-B9C2-81BE1A8469C0}" dt="2025-07-10T15:02:55.010" v="116" actId="1076"/>
          <ac:picMkLst>
            <pc:docMk/>
            <pc:sldMk cId="397231525" sldId="539"/>
            <ac:picMk id="8" creationId="{1A0696BA-049F-0416-346D-838B7C5AF2D5}"/>
          </ac:picMkLst>
        </pc:picChg>
        <pc:picChg chg="add mod">
          <ac:chgData name="Demard,Emilie Pauline" userId="6b2953af-5bd4-44a1-a404-c37ddb850d4a" providerId="ADAL" clId="{C8E445AC-3988-4A15-B9C2-81BE1A8469C0}" dt="2025-07-10T19:23:19.755" v="446" actId="14100"/>
          <ac:picMkLst>
            <pc:docMk/>
            <pc:sldMk cId="397231525" sldId="539"/>
            <ac:picMk id="10" creationId="{B1326513-F000-7EE2-6CA4-2EED7F829809}"/>
          </ac:picMkLst>
        </pc:picChg>
        <pc:cxnChg chg="add mod">
          <ac:chgData name="Demard,Emilie Pauline" userId="6b2953af-5bd4-44a1-a404-c37ddb850d4a" providerId="ADAL" clId="{C8E445AC-3988-4A15-B9C2-81BE1A8469C0}" dt="2025-07-10T19:23:25.134" v="449" actId="1076"/>
          <ac:cxnSpMkLst>
            <pc:docMk/>
            <pc:sldMk cId="397231525" sldId="539"/>
            <ac:cxnSpMk id="13" creationId="{05CEFF9C-7EC6-64DD-118E-79382A0563D9}"/>
          </ac:cxnSpMkLst>
        </pc:cxnChg>
      </pc:sldChg>
      <pc:sldChg chg="addSp delSp modSp mod ord modAnim">
        <pc:chgData name="Demard,Emilie Pauline" userId="6b2953af-5bd4-44a1-a404-c37ddb850d4a" providerId="ADAL" clId="{C8E445AC-3988-4A15-B9C2-81BE1A8469C0}" dt="2025-07-10T19:07:20.867" v="297"/>
        <pc:sldMkLst>
          <pc:docMk/>
          <pc:sldMk cId="919366869" sldId="540"/>
        </pc:sldMkLst>
        <pc:spChg chg="del">
          <ac:chgData name="Demard,Emilie Pauline" userId="6b2953af-5bd4-44a1-a404-c37ddb850d4a" providerId="ADAL" clId="{C8E445AC-3988-4A15-B9C2-81BE1A8469C0}" dt="2025-07-10T19:03:33.914" v="286" actId="478"/>
          <ac:spMkLst>
            <pc:docMk/>
            <pc:sldMk cId="919366869" sldId="540"/>
            <ac:spMk id="3" creationId="{77A300CB-3052-4C5C-2237-4DED39642463}"/>
          </ac:spMkLst>
        </pc:spChg>
        <pc:picChg chg="add mod ord">
          <ac:chgData name="Demard,Emilie Pauline" userId="6b2953af-5bd4-44a1-a404-c37ddb850d4a" providerId="ADAL" clId="{C8E445AC-3988-4A15-B9C2-81BE1A8469C0}" dt="2025-07-10T19:07:02.915" v="292" actId="1076"/>
          <ac:picMkLst>
            <pc:docMk/>
            <pc:sldMk cId="919366869" sldId="540"/>
            <ac:picMk id="4" creationId="{83F8177F-EB29-0624-AD5A-B6071C94EA13}"/>
          </ac:picMkLst>
        </pc:picChg>
        <pc:picChg chg="add mod">
          <ac:chgData name="Demard,Emilie Pauline" userId="6b2953af-5bd4-44a1-a404-c37ddb850d4a" providerId="ADAL" clId="{C8E445AC-3988-4A15-B9C2-81BE1A8469C0}" dt="2025-07-10T19:07:05.750" v="293" actId="1076"/>
          <ac:picMkLst>
            <pc:docMk/>
            <pc:sldMk cId="919366869" sldId="540"/>
            <ac:picMk id="6" creationId="{AEAD9A8C-1B13-613B-18AF-1820FD16AA08}"/>
          </ac:picMkLst>
        </pc:picChg>
        <pc:cxnChg chg="add mod">
          <ac:chgData name="Demard,Emilie Pauline" userId="6b2953af-5bd4-44a1-a404-c37ddb850d4a" providerId="ADAL" clId="{C8E445AC-3988-4A15-B9C2-81BE1A8469C0}" dt="2025-07-10T19:07:15.109" v="296" actId="14100"/>
          <ac:cxnSpMkLst>
            <pc:docMk/>
            <pc:sldMk cId="919366869" sldId="540"/>
            <ac:cxnSpMk id="7" creationId="{7FC9CF03-C763-C0AB-07F0-22813733D4EC}"/>
          </ac:cxnSpMkLst>
        </pc:cxnChg>
      </pc:sldChg>
      <pc:sldChg chg="addSp delSp modSp mod">
        <pc:chgData name="Demard,Emilie Pauline" userId="6b2953af-5bd4-44a1-a404-c37ddb850d4a" providerId="ADAL" clId="{C8E445AC-3988-4A15-B9C2-81BE1A8469C0}" dt="2025-07-10T19:08:46.029" v="310" actId="5793"/>
        <pc:sldMkLst>
          <pc:docMk/>
          <pc:sldMk cId="2426768745" sldId="541"/>
        </pc:sldMkLst>
        <pc:spChg chg="mod">
          <ac:chgData name="Demard,Emilie Pauline" userId="6b2953af-5bd4-44a1-a404-c37ddb850d4a" providerId="ADAL" clId="{C8E445AC-3988-4A15-B9C2-81BE1A8469C0}" dt="2025-07-10T19:08:46.029" v="310" actId="5793"/>
          <ac:spMkLst>
            <pc:docMk/>
            <pc:sldMk cId="2426768745" sldId="541"/>
            <ac:spMk id="3" creationId="{6E57AFCA-4690-65EC-9124-4A14A76F66E2}"/>
          </ac:spMkLst>
        </pc:spChg>
        <pc:picChg chg="add mod">
          <ac:chgData name="Demard,Emilie Pauline" userId="6b2953af-5bd4-44a1-a404-c37ddb850d4a" providerId="ADAL" clId="{C8E445AC-3988-4A15-B9C2-81BE1A8469C0}" dt="2025-07-10T19:07:59.574" v="304" actId="1076"/>
          <ac:picMkLst>
            <pc:docMk/>
            <pc:sldMk cId="2426768745" sldId="541"/>
            <ac:picMk id="4" creationId="{B8E25DBD-4DC8-8011-BFFA-D41B4FCF3F2A}"/>
          </ac:picMkLst>
        </pc:picChg>
        <pc:picChg chg="del mod">
          <ac:chgData name="Demard,Emilie Pauline" userId="6b2953af-5bd4-44a1-a404-c37ddb850d4a" providerId="ADAL" clId="{C8E445AC-3988-4A15-B9C2-81BE1A8469C0}" dt="2025-07-10T19:07:53.075" v="299" actId="478"/>
          <ac:picMkLst>
            <pc:docMk/>
            <pc:sldMk cId="2426768745" sldId="541"/>
            <ac:picMk id="5" creationId="{886D9943-6441-ED19-0A5C-9ABDC1DCD4A6}"/>
          </ac:picMkLst>
        </pc:picChg>
      </pc:sldChg>
      <pc:sldChg chg="addSp delSp modSp add mod delAnim modAnim">
        <pc:chgData name="Demard,Emilie Pauline" userId="6b2953af-5bd4-44a1-a404-c37ddb850d4a" providerId="ADAL" clId="{C8E445AC-3988-4A15-B9C2-81BE1A8469C0}" dt="2025-07-10T19:22:44.536" v="441" actId="1076"/>
        <pc:sldMkLst>
          <pc:docMk/>
          <pc:sldMk cId="165675777" sldId="543"/>
        </pc:sldMkLst>
        <pc:spChg chg="add del mod">
          <ac:chgData name="Demard,Emilie Pauline" userId="6b2953af-5bd4-44a1-a404-c37ddb850d4a" providerId="ADAL" clId="{C8E445AC-3988-4A15-B9C2-81BE1A8469C0}" dt="2025-07-10T18:39:36.017" v="167" actId="478"/>
          <ac:spMkLst>
            <pc:docMk/>
            <pc:sldMk cId="165675777" sldId="543"/>
            <ac:spMk id="3" creationId="{D39B5684-CD4A-6235-EA0C-BCDF242CA9E5}"/>
          </ac:spMkLst>
        </pc:spChg>
        <pc:spChg chg="add mod">
          <ac:chgData name="Demard,Emilie Pauline" userId="6b2953af-5bd4-44a1-a404-c37ddb850d4a" providerId="ADAL" clId="{C8E445AC-3988-4A15-B9C2-81BE1A8469C0}" dt="2025-07-10T18:44:29.952" v="212" actId="14100"/>
          <ac:spMkLst>
            <pc:docMk/>
            <pc:sldMk cId="165675777" sldId="543"/>
            <ac:spMk id="5" creationId="{73FEF6A6-CFEE-E75F-F6BD-6DE6581D2B6B}"/>
          </ac:spMkLst>
        </pc:spChg>
        <pc:spChg chg="add mod ord">
          <ac:chgData name="Demard,Emilie Pauline" userId="6b2953af-5bd4-44a1-a404-c37ddb850d4a" providerId="ADAL" clId="{C8E445AC-3988-4A15-B9C2-81BE1A8469C0}" dt="2025-07-10T19:22:44.536" v="441" actId="1076"/>
          <ac:spMkLst>
            <pc:docMk/>
            <pc:sldMk cId="165675777" sldId="543"/>
            <ac:spMk id="7" creationId="{5CBAC215-BD83-9BC5-989A-B8D15E0E2137}"/>
          </ac:spMkLst>
        </pc:spChg>
        <pc:spChg chg="add mod">
          <ac:chgData name="Demard,Emilie Pauline" userId="6b2953af-5bd4-44a1-a404-c37ddb850d4a" providerId="ADAL" clId="{C8E445AC-3988-4A15-B9C2-81BE1A8469C0}" dt="2025-07-10T18:44:41.231" v="215" actId="14100"/>
          <ac:spMkLst>
            <pc:docMk/>
            <pc:sldMk cId="165675777" sldId="543"/>
            <ac:spMk id="18" creationId="{C9BDCAF6-DFC9-BAE2-C5CD-0F64249AE142}"/>
          </ac:spMkLst>
        </pc:spChg>
        <pc:picChg chg="mod modCrop">
          <ac:chgData name="Demard,Emilie Pauline" userId="6b2953af-5bd4-44a1-a404-c37ddb850d4a" providerId="ADAL" clId="{C8E445AC-3988-4A15-B9C2-81BE1A8469C0}" dt="2025-07-10T18:42:54.657" v="189" actId="1076"/>
          <ac:picMkLst>
            <pc:docMk/>
            <pc:sldMk cId="165675777" sldId="543"/>
            <ac:picMk id="4" creationId="{2D3D3116-D3F7-233C-981A-83EEDD3EF6B9}"/>
          </ac:picMkLst>
        </pc:picChg>
        <pc:picChg chg="del">
          <ac:chgData name="Demard,Emilie Pauline" userId="6b2953af-5bd4-44a1-a404-c37ddb850d4a" providerId="ADAL" clId="{C8E445AC-3988-4A15-B9C2-81BE1A8469C0}" dt="2025-07-10T14:38:00.063" v="54" actId="478"/>
          <ac:picMkLst>
            <pc:docMk/>
            <pc:sldMk cId="165675777" sldId="543"/>
            <ac:picMk id="6" creationId="{CB8C5CAC-62EF-971A-9FAA-484EEF1EC37B}"/>
          </ac:picMkLst>
        </pc:picChg>
        <pc:picChg chg="del">
          <ac:chgData name="Demard,Emilie Pauline" userId="6b2953af-5bd4-44a1-a404-c37ddb850d4a" providerId="ADAL" clId="{C8E445AC-3988-4A15-B9C2-81BE1A8469C0}" dt="2025-07-10T18:39:39.066" v="168" actId="478"/>
          <ac:picMkLst>
            <pc:docMk/>
            <pc:sldMk cId="165675777" sldId="543"/>
            <ac:picMk id="9" creationId="{94FD8027-E141-7795-BE52-A5B6E5832B14}"/>
          </ac:picMkLst>
        </pc:picChg>
        <pc:picChg chg="add del mod">
          <ac:chgData name="Demard,Emilie Pauline" userId="6b2953af-5bd4-44a1-a404-c37ddb850d4a" providerId="ADAL" clId="{C8E445AC-3988-4A15-B9C2-81BE1A8469C0}" dt="2025-07-10T18:44:12.323" v="207" actId="478"/>
          <ac:picMkLst>
            <pc:docMk/>
            <pc:sldMk cId="165675777" sldId="543"/>
            <ac:picMk id="11" creationId="{3D1C49F0-1FCC-2ED8-F652-B6AB488F70E0}"/>
          </ac:picMkLst>
        </pc:picChg>
        <pc:picChg chg="add mod modCrop">
          <ac:chgData name="Demard,Emilie Pauline" userId="6b2953af-5bd4-44a1-a404-c37ddb850d4a" providerId="ADAL" clId="{C8E445AC-3988-4A15-B9C2-81BE1A8469C0}" dt="2025-07-10T18:44:25.545" v="210" actId="1076"/>
          <ac:picMkLst>
            <pc:docMk/>
            <pc:sldMk cId="165675777" sldId="543"/>
            <ac:picMk id="13" creationId="{7E4AD771-9DA9-969B-BCEF-8FCD9181FE0B}"/>
          </ac:picMkLst>
        </pc:picChg>
        <pc:picChg chg="add del mod">
          <ac:chgData name="Demard,Emilie Pauline" userId="6b2953af-5bd4-44a1-a404-c37ddb850d4a" providerId="ADAL" clId="{C8E445AC-3988-4A15-B9C2-81BE1A8469C0}" dt="2025-07-10T18:42:40.442" v="186" actId="478"/>
          <ac:picMkLst>
            <pc:docMk/>
            <pc:sldMk cId="165675777" sldId="543"/>
            <ac:picMk id="15" creationId="{4BBF77A8-D81A-B88F-AC10-D6E6CEAAFE5A}"/>
          </ac:picMkLst>
        </pc:picChg>
        <pc:picChg chg="add mod">
          <ac:chgData name="Demard,Emilie Pauline" userId="6b2953af-5bd4-44a1-a404-c37ddb850d4a" providerId="ADAL" clId="{C8E445AC-3988-4A15-B9C2-81BE1A8469C0}" dt="2025-07-10T19:22:42.607" v="440" actId="14100"/>
          <ac:picMkLst>
            <pc:docMk/>
            <pc:sldMk cId="165675777" sldId="543"/>
            <ac:picMk id="17" creationId="{DE595933-5AD4-5BCA-A4E0-EA89DE516718}"/>
          </ac:picMkLst>
        </pc:picChg>
        <pc:cxnChg chg="mod ord">
          <ac:chgData name="Demard,Emilie Pauline" userId="6b2953af-5bd4-44a1-a404-c37ddb850d4a" providerId="ADAL" clId="{C8E445AC-3988-4A15-B9C2-81BE1A8469C0}" dt="2025-07-10T18:44:24.766" v="209" actId="1076"/>
          <ac:cxnSpMkLst>
            <pc:docMk/>
            <pc:sldMk cId="165675777" sldId="543"/>
            <ac:cxnSpMk id="10" creationId="{C9989081-E5F3-DF18-7E7E-6BA69F9AD7B5}"/>
          </ac:cxnSpMkLst>
        </pc:cxnChg>
      </pc:sldChg>
      <pc:sldChg chg="addSp delSp modSp add mod modAnim">
        <pc:chgData name="Demard,Emilie Pauline" userId="6b2953af-5bd4-44a1-a404-c37ddb850d4a" providerId="ADAL" clId="{C8E445AC-3988-4A15-B9C2-81BE1A8469C0}" dt="2025-07-10T19:23:58.444" v="450" actId="14100"/>
        <pc:sldMkLst>
          <pc:docMk/>
          <pc:sldMk cId="422047948" sldId="544"/>
        </pc:sldMkLst>
        <pc:spChg chg="mod">
          <ac:chgData name="Demard,Emilie Pauline" userId="6b2953af-5bd4-44a1-a404-c37ddb850d4a" providerId="ADAL" clId="{C8E445AC-3988-4A15-B9C2-81BE1A8469C0}" dt="2025-07-10T18:45:52.809" v="231" actId="1076"/>
          <ac:spMkLst>
            <pc:docMk/>
            <pc:sldMk cId="422047948" sldId="544"/>
            <ac:spMk id="5" creationId="{53371A10-5786-CEBA-C20E-0FD46B06CAFC}"/>
          </ac:spMkLst>
        </pc:spChg>
        <pc:spChg chg="mod">
          <ac:chgData name="Demard,Emilie Pauline" userId="6b2953af-5bd4-44a1-a404-c37ddb850d4a" providerId="ADAL" clId="{C8E445AC-3988-4A15-B9C2-81BE1A8469C0}" dt="2025-07-10T19:23:58.444" v="450" actId="14100"/>
          <ac:spMkLst>
            <pc:docMk/>
            <pc:sldMk cId="422047948" sldId="544"/>
            <ac:spMk id="7" creationId="{5B24765A-29F2-CA0F-C9D5-1ECBDF799495}"/>
          </ac:spMkLst>
        </pc:spChg>
        <pc:spChg chg="add mod">
          <ac:chgData name="Demard,Emilie Pauline" userId="6b2953af-5bd4-44a1-a404-c37ddb850d4a" providerId="ADAL" clId="{C8E445AC-3988-4A15-B9C2-81BE1A8469C0}" dt="2025-07-10T18:45:44.930" v="229" actId="14100"/>
          <ac:spMkLst>
            <pc:docMk/>
            <pc:sldMk cId="422047948" sldId="544"/>
            <ac:spMk id="9" creationId="{98290165-F679-64F0-65E0-CC3F04FA2619}"/>
          </ac:spMkLst>
        </pc:spChg>
        <pc:picChg chg="add mod ord">
          <ac:chgData name="Demard,Emilie Pauline" userId="6b2953af-5bd4-44a1-a404-c37ddb850d4a" providerId="ADAL" clId="{C8E445AC-3988-4A15-B9C2-81BE1A8469C0}" dt="2025-07-10T19:22:37.203" v="438" actId="14100"/>
          <ac:picMkLst>
            <pc:docMk/>
            <pc:sldMk cId="422047948" sldId="544"/>
            <ac:picMk id="6" creationId="{CF0FDDFB-44A6-2B67-5A9F-C89D07B232E2}"/>
          </ac:picMkLst>
        </pc:picChg>
        <pc:picChg chg="mod">
          <ac:chgData name="Demard,Emilie Pauline" userId="6b2953af-5bd4-44a1-a404-c37ddb850d4a" providerId="ADAL" clId="{C8E445AC-3988-4A15-B9C2-81BE1A8469C0}" dt="2025-07-10T18:45:36.492" v="226" actId="1076"/>
          <ac:picMkLst>
            <pc:docMk/>
            <pc:sldMk cId="422047948" sldId="544"/>
            <ac:picMk id="11" creationId="{86FF13E2-315A-581E-727E-1072FBB6B532}"/>
          </ac:picMkLst>
        </pc:picChg>
        <pc:picChg chg="del">
          <ac:chgData name="Demard,Emilie Pauline" userId="6b2953af-5bd4-44a1-a404-c37ddb850d4a" providerId="ADAL" clId="{C8E445AC-3988-4A15-B9C2-81BE1A8469C0}" dt="2025-07-10T18:45:54.201" v="232" actId="478"/>
          <ac:picMkLst>
            <pc:docMk/>
            <pc:sldMk cId="422047948" sldId="544"/>
            <ac:picMk id="13" creationId="{28469230-4AFB-D139-CF36-12777F59BB0D}"/>
          </ac:picMkLst>
        </pc:picChg>
        <pc:picChg chg="del">
          <ac:chgData name="Demard,Emilie Pauline" userId="6b2953af-5bd4-44a1-a404-c37ddb850d4a" providerId="ADAL" clId="{C8E445AC-3988-4A15-B9C2-81BE1A8469C0}" dt="2025-07-10T18:44:08.981" v="206" actId="478"/>
          <ac:picMkLst>
            <pc:docMk/>
            <pc:sldMk cId="422047948" sldId="544"/>
            <ac:picMk id="17" creationId="{396E749D-C977-D03C-6BEB-F3B967346D7E}"/>
          </ac:picMkLst>
        </pc:picChg>
        <pc:cxnChg chg="mod">
          <ac:chgData name="Demard,Emilie Pauline" userId="6b2953af-5bd4-44a1-a404-c37ddb850d4a" providerId="ADAL" clId="{C8E445AC-3988-4A15-B9C2-81BE1A8469C0}" dt="2025-07-10T18:45:32.926" v="223" actId="14100"/>
          <ac:cxnSpMkLst>
            <pc:docMk/>
            <pc:sldMk cId="422047948" sldId="544"/>
            <ac:cxnSpMk id="10" creationId="{510FE54E-26EA-991D-0350-0ADC6ABFA6CB}"/>
          </ac:cxnSpMkLst>
        </pc:cxnChg>
      </pc:sldChg>
      <pc:sldChg chg="new del">
        <pc:chgData name="Demard,Emilie Pauline" userId="6b2953af-5bd4-44a1-a404-c37ddb850d4a" providerId="ADAL" clId="{C8E445AC-3988-4A15-B9C2-81BE1A8469C0}" dt="2025-07-10T15:00:56.203" v="105" actId="47"/>
        <pc:sldMkLst>
          <pc:docMk/>
          <pc:sldMk cId="4235208477" sldId="544"/>
        </pc:sldMkLst>
      </pc:sldChg>
    </pc:docChg>
  </pc:docChgLst>
  <pc:docChgLst>
    <pc:chgData name="Demard,Emilie Pauline" userId="6b2953af-5bd4-44a1-a404-c37ddb850d4a" providerId="ADAL" clId="{F63B282C-4D19-479A-928B-CDCE2D1554FD}"/>
    <pc:docChg chg="custSel addSld modSld">
      <pc:chgData name="Demard,Emilie Pauline" userId="6b2953af-5bd4-44a1-a404-c37ddb850d4a" providerId="ADAL" clId="{F63B282C-4D19-479A-928B-CDCE2D1554FD}" dt="2025-05-30T20:20:02.125" v="187" actId="1076"/>
      <pc:docMkLst>
        <pc:docMk/>
      </pc:docMkLst>
      <pc:sldChg chg="addSp delSp modSp mod">
        <pc:chgData name="Demard,Emilie Pauline" userId="6b2953af-5bd4-44a1-a404-c37ddb850d4a" providerId="ADAL" clId="{F63B282C-4D19-479A-928B-CDCE2D1554FD}" dt="2025-05-30T20:16:16.174" v="180" actId="14100"/>
        <pc:sldMkLst>
          <pc:docMk/>
          <pc:sldMk cId="2446258600" sldId="269"/>
        </pc:sldMkLst>
        <pc:picChg chg="mod ord">
          <ac:chgData name="Demard,Emilie Pauline" userId="6b2953af-5bd4-44a1-a404-c37ddb850d4a" providerId="ADAL" clId="{F63B282C-4D19-479A-928B-CDCE2D1554FD}" dt="2025-05-30T20:16:04.891" v="175" actId="1076"/>
          <ac:picMkLst>
            <pc:docMk/>
            <pc:sldMk cId="2446258600" sldId="269"/>
            <ac:picMk id="4" creationId="{4D9361BE-A040-182B-7E20-7EAF74031694}"/>
          </ac:picMkLst>
        </pc:picChg>
        <pc:picChg chg="add mod">
          <ac:chgData name="Demard,Emilie Pauline" userId="6b2953af-5bd4-44a1-a404-c37ddb850d4a" providerId="ADAL" clId="{F63B282C-4D19-479A-928B-CDCE2D1554FD}" dt="2025-05-30T20:16:05.927" v="176" actId="1076"/>
          <ac:picMkLst>
            <pc:docMk/>
            <pc:sldMk cId="2446258600" sldId="269"/>
            <ac:picMk id="9" creationId="{0365CD6F-A9E6-8B2F-2160-B9F68422AD99}"/>
          </ac:picMkLst>
        </pc:picChg>
        <pc:cxnChg chg="add mod">
          <ac:chgData name="Demard,Emilie Pauline" userId="6b2953af-5bd4-44a1-a404-c37ddb850d4a" providerId="ADAL" clId="{F63B282C-4D19-479A-928B-CDCE2D1554FD}" dt="2025-05-30T20:16:16.174" v="180" actId="14100"/>
          <ac:cxnSpMkLst>
            <pc:docMk/>
            <pc:sldMk cId="2446258600" sldId="269"/>
            <ac:cxnSpMk id="10" creationId="{24335ED7-F519-A3D2-2B72-95C367B806D9}"/>
          </ac:cxnSpMkLst>
        </pc:cxnChg>
      </pc:sldChg>
      <pc:sldChg chg="addSp delSp modSp mod">
        <pc:chgData name="Demard,Emilie Pauline" userId="6b2953af-5bd4-44a1-a404-c37ddb850d4a" providerId="ADAL" clId="{F63B282C-4D19-479A-928B-CDCE2D1554FD}" dt="2025-05-30T20:20:02.125" v="187" actId="1076"/>
        <pc:sldMkLst>
          <pc:docMk/>
          <pc:sldMk cId="397231525" sldId="539"/>
        </pc:sldMkLst>
        <pc:picChg chg="add mod">
          <ac:chgData name="Demard,Emilie Pauline" userId="6b2953af-5bd4-44a1-a404-c37ddb850d4a" providerId="ADAL" clId="{F63B282C-4D19-479A-928B-CDCE2D1554FD}" dt="2025-05-30T20:20:01.311" v="186" actId="1076"/>
          <ac:picMkLst>
            <pc:docMk/>
            <pc:sldMk cId="397231525" sldId="539"/>
            <ac:picMk id="4" creationId="{A9CC2B7C-9ED7-6C1E-B279-A0840B7ECDEC}"/>
          </ac:picMkLst>
        </pc:picChg>
      </pc:sldChg>
      <pc:sldChg chg="addSp modSp new mod">
        <pc:chgData name="Demard,Emilie Pauline" userId="6b2953af-5bd4-44a1-a404-c37ddb850d4a" providerId="ADAL" clId="{F63B282C-4D19-479A-928B-CDCE2D1554FD}" dt="2025-05-30T18:45:38.348" v="153" actId="1076"/>
        <pc:sldMkLst>
          <pc:docMk/>
          <pc:sldMk cId="2426768745" sldId="541"/>
        </pc:sldMkLst>
        <pc:spChg chg="mod">
          <ac:chgData name="Demard,Emilie Pauline" userId="6b2953af-5bd4-44a1-a404-c37ddb850d4a" providerId="ADAL" clId="{F63B282C-4D19-479A-928B-CDCE2D1554FD}" dt="2025-05-30T18:45:28.202" v="149" actId="122"/>
          <ac:spMkLst>
            <pc:docMk/>
            <pc:sldMk cId="2426768745" sldId="541"/>
            <ac:spMk id="2" creationId="{95767124-76AC-BF6B-B754-C2DB0BC866BE}"/>
          </ac:spMkLst>
        </pc:spChg>
        <pc:spChg chg="mod">
          <ac:chgData name="Demard,Emilie Pauline" userId="6b2953af-5bd4-44a1-a404-c37ddb850d4a" providerId="ADAL" clId="{F63B282C-4D19-479A-928B-CDCE2D1554FD}" dt="2025-05-30T18:45:30.384" v="150" actId="20577"/>
          <ac:spMkLst>
            <pc:docMk/>
            <pc:sldMk cId="2426768745" sldId="541"/>
            <ac:spMk id="3" creationId="{6E57AFCA-4690-65EC-9124-4A14A76F66E2}"/>
          </ac:spMkLst>
        </pc:spChg>
      </pc:sldChg>
      <pc:sldChg chg="addSp delSp modSp add mod">
        <pc:chgData name="Demard,Emilie Pauline" userId="6b2953af-5bd4-44a1-a404-c37ddb850d4a" providerId="ADAL" clId="{F63B282C-4D19-479A-928B-CDCE2D1554FD}" dt="2025-05-30T18:46:55.080" v="161" actId="1076"/>
        <pc:sldMkLst>
          <pc:docMk/>
          <pc:sldMk cId="2940753104" sldId="542"/>
        </pc:sldMkLst>
        <pc:picChg chg="add mod">
          <ac:chgData name="Demard,Emilie Pauline" userId="6b2953af-5bd4-44a1-a404-c37ddb850d4a" providerId="ADAL" clId="{F63B282C-4D19-479A-928B-CDCE2D1554FD}" dt="2025-05-30T18:46:55.080" v="161" actId="1076"/>
          <ac:picMkLst>
            <pc:docMk/>
            <pc:sldMk cId="2940753104" sldId="542"/>
            <ac:picMk id="8" creationId="{4A8B4613-2FCB-BFBC-ADC2-557C2D99C80E}"/>
          </ac:picMkLst>
        </pc:picChg>
      </pc:sldChg>
    </pc:docChg>
  </pc:docChgLst>
  <pc:docChgLst>
    <pc:chgData name="Demard,Emilie Pauline" userId="6b2953af-5bd4-44a1-a404-c37ddb850d4a" providerId="ADAL" clId="{A5FB6D01-E493-40EF-818C-105A8C1F4F0E}"/>
    <pc:docChg chg="undo custSel addSld delSld modSld sldOrd">
      <pc:chgData name="Demard,Emilie Pauline" userId="6b2953af-5bd4-44a1-a404-c37ddb850d4a" providerId="ADAL" clId="{A5FB6D01-E493-40EF-818C-105A8C1F4F0E}" dt="2025-05-30T01:00:41.112" v="882" actId="1076"/>
      <pc:docMkLst>
        <pc:docMk/>
      </pc:docMkLst>
      <pc:sldChg chg="addSp modSp mod">
        <pc:chgData name="Demard,Emilie Pauline" userId="6b2953af-5bd4-44a1-a404-c37ddb850d4a" providerId="ADAL" clId="{A5FB6D01-E493-40EF-818C-105A8C1F4F0E}" dt="2025-05-30T01:00:41.112" v="882" actId="1076"/>
        <pc:sldMkLst>
          <pc:docMk/>
          <pc:sldMk cId="2993325942" sldId="256"/>
        </pc:sldMkLst>
        <pc:spChg chg="mod">
          <ac:chgData name="Demard,Emilie Pauline" userId="6b2953af-5bd4-44a1-a404-c37ddb850d4a" providerId="ADAL" clId="{A5FB6D01-E493-40EF-818C-105A8C1F4F0E}" dt="2025-05-29T23:37:21.302" v="272" actId="20577"/>
          <ac:spMkLst>
            <pc:docMk/>
            <pc:sldMk cId="2993325942" sldId="256"/>
            <ac:spMk id="3" creationId="{D8DC4951-8CB0-3623-BF97-66C96BFB55BA}"/>
          </ac:spMkLst>
        </pc:spChg>
        <pc:picChg chg="add mod">
          <ac:chgData name="Demard,Emilie Pauline" userId="6b2953af-5bd4-44a1-a404-c37ddb850d4a" providerId="ADAL" clId="{A5FB6D01-E493-40EF-818C-105A8C1F4F0E}" dt="2025-05-30T01:00:41.112" v="882" actId="1076"/>
          <ac:picMkLst>
            <pc:docMk/>
            <pc:sldMk cId="2993325942" sldId="256"/>
            <ac:picMk id="1026" creationId="{0F3AD3FD-484D-F5B8-9B48-1CAB8FF8A67C}"/>
          </ac:picMkLst>
        </pc:picChg>
      </pc:sldChg>
      <pc:sldChg chg="addSp delSp modSp mod">
        <pc:chgData name="Demard,Emilie Pauline" userId="6b2953af-5bd4-44a1-a404-c37ddb850d4a" providerId="ADAL" clId="{A5FB6D01-E493-40EF-818C-105A8C1F4F0E}" dt="2025-05-29T23:51:12.641" v="505" actId="14100"/>
        <pc:sldMkLst>
          <pc:docMk/>
          <pc:sldMk cId="483076006" sldId="257"/>
        </pc:sldMkLst>
        <pc:spChg chg="add mod ord">
          <ac:chgData name="Demard,Emilie Pauline" userId="6b2953af-5bd4-44a1-a404-c37ddb850d4a" providerId="ADAL" clId="{A5FB6D01-E493-40EF-818C-105A8C1F4F0E}" dt="2025-05-29T23:50:44.468" v="500" actId="14100"/>
          <ac:spMkLst>
            <pc:docMk/>
            <pc:sldMk cId="483076006" sldId="257"/>
            <ac:spMk id="3" creationId="{95970CBB-76E3-6C27-272E-4787924977D4}"/>
          </ac:spMkLst>
        </pc:spChg>
        <pc:spChg chg="add mod">
          <ac:chgData name="Demard,Emilie Pauline" userId="6b2953af-5bd4-44a1-a404-c37ddb850d4a" providerId="ADAL" clId="{A5FB6D01-E493-40EF-818C-105A8C1F4F0E}" dt="2025-05-29T23:50:46.747" v="501" actId="1076"/>
          <ac:spMkLst>
            <pc:docMk/>
            <pc:sldMk cId="483076006" sldId="257"/>
            <ac:spMk id="4" creationId="{04CD3754-EC90-1AE5-E464-DE2297AB185A}"/>
          </ac:spMkLst>
        </pc:spChg>
        <pc:picChg chg="add mod">
          <ac:chgData name="Demard,Emilie Pauline" userId="6b2953af-5bd4-44a1-a404-c37ddb850d4a" providerId="ADAL" clId="{A5FB6D01-E493-40EF-818C-105A8C1F4F0E}" dt="2025-05-29T23:50:25.876" v="493" actId="1076"/>
          <ac:picMkLst>
            <pc:docMk/>
            <pc:sldMk cId="483076006" sldId="257"/>
            <ac:picMk id="6" creationId="{51694DB4-AF1E-5126-2E7E-66B0798C7D84}"/>
          </ac:picMkLst>
        </pc:picChg>
        <pc:cxnChg chg="add">
          <ac:chgData name="Demard,Emilie Pauline" userId="6b2953af-5bd4-44a1-a404-c37ddb850d4a" providerId="ADAL" clId="{A5FB6D01-E493-40EF-818C-105A8C1F4F0E}" dt="2025-05-29T23:50:49.965" v="502" actId="11529"/>
          <ac:cxnSpMkLst>
            <pc:docMk/>
            <pc:sldMk cId="483076006" sldId="257"/>
            <ac:cxnSpMk id="9" creationId="{13A11F21-F207-7346-4504-93ED08C10E68}"/>
          </ac:cxnSpMkLst>
        </pc:cxnChg>
        <pc:cxnChg chg="add mod">
          <ac:chgData name="Demard,Emilie Pauline" userId="6b2953af-5bd4-44a1-a404-c37ddb850d4a" providerId="ADAL" clId="{A5FB6D01-E493-40EF-818C-105A8C1F4F0E}" dt="2025-05-29T23:51:12.641" v="505" actId="14100"/>
          <ac:cxnSpMkLst>
            <pc:docMk/>
            <pc:sldMk cId="483076006" sldId="257"/>
            <ac:cxnSpMk id="10" creationId="{0653D2F2-59B1-64AB-5D62-25649114DF73}"/>
          </ac:cxnSpMkLst>
        </pc:cxnChg>
      </pc:sldChg>
      <pc:sldChg chg="addSp delSp modSp mod modAnim">
        <pc:chgData name="Demard,Emilie Pauline" userId="6b2953af-5bd4-44a1-a404-c37ddb850d4a" providerId="ADAL" clId="{A5FB6D01-E493-40EF-818C-105A8C1F4F0E}" dt="2025-05-30T00:33:54.753" v="742"/>
        <pc:sldMkLst>
          <pc:docMk/>
          <pc:sldMk cId="1719749115" sldId="258"/>
        </pc:sldMkLst>
        <pc:picChg chg="add mod">
          <ac:chgData name="Demard,Emilie Pauline" userId="6b2953af-5bd4-44a1-a404-c37ddb850d4a" providerId="ADAL" clId="{A5FB6D01-E493-40EF-818C-105A8C1F4F0E}" dt="2025-05-28T00:35:45.132" v="7" actId="1076"/>
          <ac:picMkLst>
            <pc:docMk/>
            <pc:sldMk cId="1719749115" sldId="258"/>
            <ac:picMk id="17" creationId="{6004EBFE-062F-9273-BC21-B70C3D457DA2}"/>
          </ac:picMkLst>
        </pc:picChg>
        <pc:cxnChg chg="add">
          <ac:chgData name="Demard,Emilie Pauline" userId="6b2953af-5bd4-44a1-a404-c37ddb850d4a" providerId="ADAL" clId="{A5FB6D01-E493-40EF-818C-105A8C1F4F0E}" dt="2025-05-30T00:23:04.774" v="637" actId="11529"/>
          <ac:cxnSpMkLst>
            <pc:docMk/>
            <pc:sldMk cId="1719749115" sldId="258"/>
            <ac:cxnSpMk id="4" creationId="{B3EA6407-2AA9-5262-CC49-74421F8FFBDC}"/>
          </ac:cxnSpMkLst>
        </pc:cxnChg>
        <pc:cxnChg chg="add mod">
          <ac:chgData name="Demard,Emilie Pauline" userId="6b2953af-5bd4-44a1-a404-c37ddb850d4a" providerId="ADAL" clId="{A5FB6D01-E493-40EF-818C-105A8C1F4F0E}" dt="2025-05-30T00:23:14.895" v="640" actId="14100"/>
          <ac:cxnSpMkLst>
            <pc:docMk/>
            <pc:sldMk cId="1719749115" sldId="258"/>
            <ac:cxnSpMk id="5" creationId="{9AD516A5-310B-DEA0-A731-EABD0622324A}"/>
          </ac:cxnSpMkLst>
        </pc:cxnChg>
      </pc:sldChg>
      <pc:sldChg chg="addSp delSp modSp mod">
        <pc:chgData name="Demard,Emilie Pauline" userId="6b2953af-5bd4-44a1-a404-c37ddb850d4a" providerId="ADAL" clId="{A5FB6D01-E493-40EF-818C-105A8C1F4F0E}" dt="2025-05-30T00:01:36.037" v="572" actId="20577"/>
        <pc:sldMkLst>
          <pc:docMk/>
          <pc:sldMk cId="3288062334" sldId="259"/>
        </pc:sldMkLst>
        <pc:spChg chg="mod">
          <ac:chgData name="Demard,Emilie Pauline" userId="6b2953af-5bd4-44a1-a404-c37ddb850d4a" providerId="ADAL" clId="{A5FB6D01-E493-40EF-818C-105A8C1F4F0E}" dt="2025-05-30T00:01:36.037" v="572" actId="20577"/>
          <ac:spMkLst>
            <pc:docMk/>
            <pc:sldMk cId="3288062334" sldId="259"/>
            <ac:spMk id="2" creationId="{C1E5EFCF-A844-B82A-3BC4-E1351D4CF307}"/>
          </ac:spMkLst>
        </pc:spChg>
        <pc:spChg chg="add mod">
          <ac:chgData name="Demard,Emilie Pauline" userId="6b2953af-5bd4-44a1-a404-c37ddb850d4a" providerId="ADAL" clId="{A5FB6D01-E493-40EF-818C-105A8C1F4F0E}" dt="2025-05-29T23:38:02.947" v="279" actId="1076"/>
          <ac:spMkLst>
            <pc:docMk/>
            <pc:sldMk cId="3288062334" sldId="259"/>
            <ac:spMk id="3" creationId="{375DA072-F6C4-1530-4BDD-29D5544B93F1}"/>
          </ac:spMkLst>
        </pc:spChg>
        <pc:spChg chg="add mod">
          <ac:chgData name="Demard,Emilie Pauline" userId="6b2953af-5bd4-44a1-a404-c37ddb850d4a" providerId="ADAL" clId="{A5FB6D01-E493-40EF-818C-105A8C1F4F0E}" dt="2025-05-29T23:53:10.572" v="508" actId="1076"/>
          <ac:spMkLst>
            <pc:docMk/>
            <pc:sldMk cId="3288062334" sldId="259"/>
            <ac:spMk id="4" creationId="{4FDB8C85-E259-E61E-653E-A6DE916F4A75}"/>
          </ac:spMkLst>
        </pc:spChg>
        <pc:spChg chg="add mod">
          <ac:chgData name="Demard,Emilie Pauline" userId="6b2953af-5bd4-44a1-a404-c37ddb850d4a" providerId="ADAL" clId="{A5FB6D01-E493-40EF-818C-105A8C1F4F0E}" dt="2025-05-29T23:53:33.578" v="514" actId="14100"/>
          <ac:spMkLst>
            <pc:docMk/>
            <pc:sldMk cId="3288062334" sldId="259"/>
            <ac:spMk id="6" creationId="{617033B4-638E-81BE-A6FC-B87E3B190D99}"/>
          </ac:spMkLst>
        </pc:spChg>
        <pc:spChg chg="add mod">
          <ac:chgData name="Demard,Emilie Pauline" userId="6b2953af-5bd4-44a1-a404-c37ddb850d4a" providerId="ADAL" clId="{A5FB6D01-E493-40EF-818C-105A8C1F4F0E}" dt="2025-05-28T00:38:20.193" v="22" actId="208"/>
          <ac:spMkLst>
            <pc:docMk/>
            <pc:sldMk cId="3288062334" sldId="259"/>
            <ac:spMk id="8" creationId="{595DA78A-5187-184E-13E6-7BFCD53942BB}"/>
          </ac:spMkLst>
        </pc:spChg>
        <pc:picChg chg="add mod modCrop">
          <ac:chgData name="Demard,Emilie Pauline" userId="6b2953af-5bd4-44a1-a404-c37ddb850d4a" providerId="ADAL" clId="{A5FB6D01-E493-40EF-818C-105A8C1F4F0E}" dt="2025-05-29T23:46:17.282" v="476" actId="14100"/>
          <ac:picMkLst>
            <pc:docMk/>
            <pc:sldMk cId="3288062334" sldId="259"/>
            <ac:picMk id="7" creationId="{770F16F7-6D33-83A9-2AD4-3C98D949CD35}"/>
          </ac:picMkLst>
        </pc:picChg>
      </pc:sldChg>
      <pc:sldChg chg="addSp delSp modSp new mod delAnim modAnim">
        <pc:chgData name="Demard,Emilie Pauline" userId="6b2953af-5bd4-44a1-a404-c37ddb850d4a" providerId="ADAL" clId="{A5FB6D01-E493-40EF-818C-105A8C1F4F0E}" dt="2025-05-30T00:34:45.586" v="749" actId="14100"/>
        <pc:sldMkLst>
          <pc:docMk/>
          <pc:sldMk cId="454484121" sldId="260"/>
        </pc:sldMkLst>
        <pc:spChg chg="mod">
          <ac:chgData name="Demard,Emilie Pauline" userId="6b2953af-5bd4-44a1-a404-c37ddb850d4a" providerId="ADAL" clId="{A5FB6D01-E493-40EF-818C-105A8C1F4F0E}" dt="2025-05-28T00:41:51.264" v="39" actId="20577"/>
          <ac:spMkLst>
            <pc:docMk/>
            <pc:sldMk cId="454484121" sldId="260"/>
            <ac:spMk id="2" creationId="{0D5C1C7C-4DAC-86CA-FF44-7910F0FA1E8E}"/>
          </ac:spMkLst>
        </pc:spChg>
        <pc:spChg chg="add mod">
          <ac:chgData name="Demard,Emilie Pauline" userId="6b2953af-5bd4-44a1-a404-c37ddb850d4a" providerId="ADAL" clId="{A5FB6D01-E493-40EF-818C-105A8C1F4F0E}" dt="2025-05-30T00:11:46.599" v="593" actId="14100"/>
          <ac:spMkLst>
            <pc:docMk/>
            <pc:sldMk cId="454484121" sldId="260"/>
            <ac:spMk id="4" creationId="{7099FD1E-7595-E6A4-6B7B-05CA0F4DEA4A}"/>
          </ac:spMkLst>
        </pc:spChg>
        <pc:spChg chg="add mod">
          <ac:chgData name="Demard,Emilie Pauline" userId="6b2953af-5bd4-44a1-a404-c37ddb850d4a" providerId="ADAL" clId="{A5FB6D01-E493-40EF-818C-105A8C1F4F0E}" dt="2025-05-30T00:11:49.837" v="595" actId="1076"/>
          <ac:spMkLst>
            <pc:docMk/>
            <pc:sldMk cId="454484121" sldId="260"/>
            <ac:spMk id="6" creationId="{B0964F40-F854-C466-CAED-29FF8BFD399F}"/>
          </ac:spMkLst>
        </pc:spChg>
        <pc:spChg chg="add mod">
          <ac:chgData name="Demard,Emilie Pauline" userId="6b2953af-5bd4-44a1-a404-c37ddb850d4a" providerId="ADAL" clId="{A5FB6D01-E493-40EF-818C-105A8C1F4F0E}" dt="2025-05-30T00:34:45.586" v="749" actId="14100"/>
          <ac:spMkLst>
            <pc:docMk/>
            <pc:sldMk cId="454484121" sldId="260"/>
            <ac:spMk id="12" creationId="{4BD13E9D-2368-08CA-C24B-A6575A55B180}"/>
          </ac:spMkLst>
        </pc:spChg>
        <pc:picChg chg="add mod">
          <ac:chgData name="Demard,Emilie Pauline" userId="6b2953af-5bd4-44a1-a404-c37ddb850d4a" providerId="ADAL" clId="{A5FB6D01-E493-40EF-818C-105A8C1F4F0E}" dt="2025-05-28T00:45:28.947" v="74" actId="1076"/>
          <ac:picMkLst>
            <pc:docMk/>
            <pc:sldMk cId="454484121" sldId="260"/>
            <ac:picMk id="5" creationId="{D505D61C-66A0-4B1E-1CD8-B01B88EC6B48}"/>
          </ac:picMkLst>
        </pc:picChg>
        <pc:picChg chg="add mod">
          <ac:chgData name="Demard,Emilie Pauline" userId="6b2953af-5bd4-44a1-a404-c37ddb850d4a" providerId="ADAL" clId="{A5FB6D01-E493-40EF-818C-105A8C1F4F0E}" dt="2025-05-28T00:40:46.695" v="30" actId="1076"/>
          <ac:picMkLst>
            <pc:docMk/>
            <pc:sldMk cId="454484121" sldId="260"/>
            <ac:picMk id="7" creationId="{823918BA-B76A-0A37-AB8B-2A59AD294AF5}"/>
          </ac:picMkLst>
        </pc:picChg>
        <pc:picChg chg="add mod">
          <ac:chgData name="Demard,Emilie Pauline" userId="6b2953af-5bd4-44a1-a404-c37ddb850d4a" providerId="ADAL" clId="{A5FB6D01-E493-40EF-818C-105A8C1F4F0E}" dt="2025-05-29T23:54:52.942" v="521" actId="1076"/>
          <ac:picMkLst>
            <pc:docMk/>
            <pc:sldMk cId="454484121" sldId="260"/>
            <ac:picMk id="9" creationId="{F22A0ABE-BFF6-9EE6-A0A1-99F910FB7B25}"/>
          </ac:picMkLst>
        </pc:picChg>
        <pc:picChg chg="add mod">
          <ac:chgData name="Demard,Emilie Pauline" userId="6b2953af-5bd4-44a1-a404-c37ddb850d4a" providerId="ADAL" clId="{A5FB6D01-E493-40EF-818C-105A8C1F4F0E}" dt="2025-05-29T23:54:40.956" v="517" actId="1076"/>
          <ac:picMkLst>
            <pc:docMk/>
            <pc:sldMk cId="454484121" sldId="260"/>
            <ac:picMk id="11" creationId="{24D82C96-D2B1-CA49-2263-BA7DB0D46368}"/>
          </ac:picMkLst>
        </pc:picChg>
      </pc:sldChg>
      <pc:sldChg chg="addSp delSp modSp new mod">
        <pc:chgData name="Demard,Emilie Pauline" userId="6b2953af-5bd4-44a1-a404-c37ddb850d4a" providerId="ADAL" clId="{A5FB6D01-E493-40EF-818C-105A8C1F4F0E}" dt="2025-05-30T00:02:43.855" v="577" actId="20577"/>
        <pc:sldMkLst>
          <pc:docMk/>
          <pc:sldMk cId="4174601887" sldId="261"/>
        </pc:sldMkLst>
        <pc:spChg chg="mod">
          <ac:chgData name="Demard,Emilie Pauline" userId="6b2953af-5bd4-44a1-a404-c37ddb850d4a" providerId="ADAL" clId="{A5FB6D01-E493-40EF-818C-105A8C1F4F0E}" dt="2025-05-30T00:02:43.855" v="577" actId="20577"/>
          <ac:spMkLst>
            <pc:docMk/>
            <pc:sldMk cId="4174601887" sldId="261"/>
            <ac:spMk id="2" creationId="{A7B781F8-A3A9-68CC-46D3-917B34DD3184}"/>
          </ac:spMkLst>
        </pc:spChg>
        <pc:spChg chg="add mod">
          <ac:chgData name="Demard,Emilie Pauline" userId="6b2953af-5bd4-44a1-a404-c37ddb850d4a" providerId="ADAL" clId="{A5FB6D01-E493-40EF-818C-105A8C1F4F0E}" dt="2025-05-29T23:55:43.097" v="526" actId="1076"/>
          <ac:spMkLst>
            <pc:docMk/>
            <pc:sldMk cId="4174601887" sldId="261"/>
            <ac:spMk id="3" creationId="{35B2084F-6EA1-8A88-4F3D-6B5482C28529}"/>
          </ac:spMkLst>
        </pc:spChg>
        <pc:spChg chg="add mod">
          <ac:chgData name="Demard,Emilie Pauline" userId="6b2953af-5bd4-44a1-a404-c37ddb850d4a" providerId="ADAL" clId="{A5FB6D01-E493-40EF-818C-105A8C1F4F0E}" dt="2025-05-29T23:55:46.170" v="528" actId="14100"/>
          <ac:spMkLst>
            <pc:docMk/>
            <pc:sldMk cId="4174601887" sldId="261"/>
            <ac:spMk id="4" creationId="{F98455A5-5C12-3C57-8273-827DFC7416BD}"/>
          </ac:spMkLst>
        </pc:spChg>
        <pc:spChg chg="add mod">
          <ac:chgData name="Demard,Emilie Pauline" userId="6b2953af-5bd4-44a1-a404-c37ddb850d4a" providerId="ADAL" clId="{A5FB6D01-E493-40EF-818C-105A8C1F4F0E}" dt="2025-05-28T00:44:18.907" v="60"/>
          <ac:spMkLst>
            <pc:docMk/>
            <pc:sldMk cId="4174601887" sldId="261"/>
            <ac:spMk id="6" creationId="{C2E53FA2-2408-99D6-3F33-F70356A199C1}"/>
          </ac:spMkLst>
        </pc:spChg>
        <pc:spChg chg="add mod">
          <ac:chgData name="Demard,Emilie Pauline" userId="6b2953af-5bd4-44a1-a404-c37ddb850d4a" providerId="ADAL" clId="{A5FB6D01-E493-40EF-818C-105A8C1F4F0E}" dt="2025-05-29T23:56:01.856" v="533" actId="14100"/>
          <ac:spMkLst>
            <pc:docMk/>
            <pc:sldMk cId="4174601887" sldId="261"/>
            <ac:spMk id="7" creationId="{9C3D5474-D15B-EA4C-1AAA-AFDA58C40541}"/>
          </ac:spMkLst>
        </pc:spChg>
        <pc:spChg chg="add mod">
          <ac:chgData name="Demard,Emilie Pauline" userId="6b2953af-5bd4-44a1-a404-c37ddb850d4a" providerId="ADAL" clId="{A5FB6D01-E493-40EF-818C-105A8C1F4F0E}" dt="2025-05-29T23:55:56.242" v="532" actId="688"/>
          <ac:spMkLst>
            <pc:docMk/>
            <pc:sldMk cId="4174601887" sldId="261"/>
            <ac:spMk id="8" creationId="{327DE352-BCEC-51A0-B30A-8D07DE851614}"/>
          </ac:spMkLst>
        </pc:spChg>
        <pc:picChg chg="add mod ord">
          <ac:chgData name="Demard,Emilie Pauline" userId="6b2953af-5bd4-44a1-a404-c37ddb850d4a" providerId="ADAL" clId="{A5FB6D01-E493-40EF-818C-105A8C1F4F0E}" dt="2025-05-28T00:44:22.153" v="61" actId="1076"/>
          <ac:picMkLst>
            <pc:docMk/>
            <pc:sldMk cId="4174601887" sldId="261"/>
            <ac:picMk id="5" creationId="{7126DC99-702C-B3B3-F72B-B90365257411}"/>
          </ac:picMkLst>
        </pc:picChg>
      </pc:sldChg>
      <pc:sldChg chg="addSp delSp modSp new mod delAnim modAnim">
        <pc:chgData name="Demard,Emilie Pauline" userId="6b2953af-5bd4-44a1-a404-c37ddb850d4a" providerId="ADAL" clId="{A5FB6D01-E493-40EF-818C-105A8C1F4F0E}" dt="2025-05-30T00:33:46.149" v="741" actId="478"/>
        <pc:sldMkLst>
          <pc:docMk/>
          <pc:sldMk cId="2888427475" sldId="262"/>
        </pc:sldMkLst>
        <pc:spChg chg="mod">
          <ac:chgData name="Demard,Emilie Pauline" userId="6b2953af-5bd4-44a1-a404-c37ddb850d4a" providerId="ADAL" clId="{A5FB6D01-E493-40EF-818C-105A8C1F4F0E}" dt="2025-05-28T00:46:42.224" v="83" actId="20577"/>
          <ac:spMkLst>
            <pc:docMk/>
            <pc:sldMk cId="2888427475" sldId="262"/>
            <ac:spMk id="2" creationId="{5662A4E0-FD82-B9A5-0B42-F670C9824A35}"/>
          </ac:spMkLst>
        </pc:spChg>
        <pc:spChg chg="add mod">
          <ac:chgData name="Demard,Emilie Pauline" userId="6b2953af-5bd4-44a1-a404-c37ddb850d4a" providerId="ADAL" clId="{A5FB6D01-E493-40EF-818C-105A8C1F4F0E}" dt="2025-05-29T23:56:58.878" v="541" actId="14100"/>
          <ac:spMkLst>
            <pc:docMk/>
            <pc:sldMk cId="2888427475" sldId="262"/>
            <ac:spMk id="4" creationId="{75325965-F2EA-1A4D-CB0C-742FF6FE0C7F}"/>
          </ac:spMkLst>
        </pc:spChg>
        <pc:picChg chg="add mod">
          <ac:chgData name="Demard,Emilie Pauline" userId="6b2953af-5bd4-44a1-a404-c37ddb850d4a" providerId="ADAL" clId="{A5FB6D01-E493-40EF-818C-105A8C1F4F0E}" dt="2025-05-28T00:45:40.382" v="77" actId="14100"/>
          <ac:picMkLst>
            <pc:docMk/>
            <pc:sldMk cId="2888427475" sldId="262"/>
            <ac:picMk id="5" creationId="{13D918F0-D76E-3517-BF12-EC358B087AA5}"/>
          </ac:picMkLst>
        </pc:picChg>
        <pc:picChg chg="add mod">
          <ac:chgData name="Demard,Emilie Pauline" userId="6b2953af-5bd4-44a1-a404-c37ddb850d4a" providerId="ADAL" clId="{A5FB6D01-E493-40EF-818C-105A8C1F4F0E}" dt="2025-05-28T00:45:36.307" v="75"/>
          <ac:picMkLst>
            <pc:docMk/>
            <pc:sldMk cId="2888427475" sldId="262"/>
            <ac:picMk id="6" creationId="{036EA7EF-A653-D7B0-1A58-69BB8865DC48}"/>
          </ac:picMkLst>
        </pc:picChg>
        <pc:picChg chg="add mod">
          <ac:chgData name="Demard,Emilie Pauline" userId="6b2953af-5bd4-44a1-a404-c37ddb850d4a" providerId="ADAL" clId="{A5FB6D01-E493-40EF-818C-105A8C1F4F0E}" dt="2025-05-29T23:56:39.336" v="534" actId="1076"/>
          <ac:picMkLst>
            <pc:docMk/>
            <pc:sldMk cId="2888427475" sldId="262"/>
            <ac:picMk id="8" creationId="{67FC83AB-2E4C-75CF-1309-4B1242242DDC}"/>
          </ac:picMkLst>
        </pc:picChg>
        <pc:picChg chg="add mod">
          <ac:chgData name="Demard,Emilie Pauline" userId="6b2953af-5bd4-44a1-a404-c37ddb850d4a" providerId="ADAL" clId="{A5FB6D01-E493-40EF-818C-105A8C1F4F0E}" dt="2025-05-29T23:57:20.118" v="546" actId="14100"/>
          <ac:picMkLst>
            <pc:docMk/>
            <pc:sldMk cId="2888427475" sldId="262"/>
            <ac:picMk id="10" creationId="{5DF723CF-E809-9133-708C-47A26EB89CF8}"/>
          </ac:picMkLst>
        </pc:picChg>
      </pc:sldChg>
      <pc:sldChg chg="addSp delSp modSp new mod">
        <pc:chgData name="Demard,Emilie Pauline" userId="6b2953af-5bd4-44a1-a404-c37ddb850d4a" providerId="ADAL" clId="{A5FB6D01-E493-40EF-818C-105A8C1F4F0E}" dt="2025-05-29T23:59:16.443" v="568" actId="14100"/>
        <pc:sldMkLst>
          <pc:docMk/>
          <pc:sldMk cId="1128438427" sldId="263"/>
        </pc:sldMkLst>
        <pc:spChg chg="mod">
          <ac:chgData name="Demard,Emilie Pauline" userId="6b2953af-5bd4-44a1-a404-c37ddb850d4a" providerId="ADAL" clId="{A5FB6D01-E493-40EF-818C-105A8C1F4F0E}" dt="2025-05-28T00:46:57.592" v="85"/>
          <ac:spMkLst>
            <pc:docMk/>
            <pc:sldMk cId="1128438427" sldId="263"/>
            <ac:spMk id="2" creationId="{559B6D43-CCF2-FA0D-7AF8-1F0E364C4266}"/>
          </ac:spMkLst>
        </pc:spChg>
        <pc:spChg chg="add mod">
          <ac:chgData name="Demard,Emilie Pauline" userId="6b2953af-5bd4-44a1-a404-c37ddb850d4a" providerId="ADAL" clId="{A5FB6D01-E493-40EF-818C-105A8C1F4F0E}" dt="2025-05-29T23:58:49.390" v="561" actId="1076"/>
          <ac:spMkLst>
            <pc:docMk/>
            <pc:sldMk cId="1128438427" sldId="263"/>
            <ac:spMk id="4" creationId="{C5CF3B5E-9C3A-8863-E6F0-2F5941CB6348}"/>
          </ac:spMkLst>
        </pc:spChg>
        <pc:spChg chg="add mod">
          <ac:chgData name="Demard,Emilie Pauline" userId="6b2953af-5bd4-44a1-a404-c37ddb850d4a" providerId="ADAL" clId="{A5FB6D01-E493-40EF-818C-105A8C1F4F0E}" dt="2025-05-29T23:58:31.214" v="559" actId="1076"/>
          <ac:spMkLst>
            <pc:docMk/>
            <pc:sldMk cId="1128438427" sldId="263"/>
            <ac:spMk id="6" creationId="{57C3922B-6720-DF17-4953-657E32D3CEBC}"/>
          </ac:spMkLst>
        </pc:spChg>
        <pc:spChg chg="add mod">
          <ac:chgData name="Demard,Emilie Pauline" userId="6b2953af-5bd4-44a1-a404-c37ddb850d4a" providerId="ADAL" clId="{A5FB6D01-E493-40EF-818C-105A8C1F4F0E}" dt="2025-05-29T23:58:49.390" v="561" actId="1076"/>
          <ac:spMkLst>
            <pc:docMk/>
            <pc:sldMk cId="1128438427" sldId="263"/>
            <ac:spMk id="7" creationId="{66C715BB-DA42-62B1-6895-6BA2450E136C}"/>
          </ac:spMkLst>
        </pc:spChg>
        <pc:spChg chg="add mod">
          <ac:chgData name="Demard,Emilie Pauline" userId="6b2953af-5bd4-44a1-a404-c37ddb850d4a" providerId="ADAL" clId="{A5FB6D01-E493-40EF-818C-105A8C1F4F0E}" dt="2025-05-29T23:59:16.443" v="568" actId="14100"/>
          <ac:spMkLst>
            <pc:docMk/>
            <pc:sldMk cId="1128438427" sldId="263"/>
            <ac:spMk id="8" creationId="{60724BC4-6E1D-94C2-0E03-450A8AD608E6}"/>
          </ac:spMkLst>
        </pc:spChg>
        <pc:spChg chg="add mod">
          <ac:chgData name="Demard,Emilie Pauline" userId="6b2953af-5bd4-44a1-a404-c37ddb850d4a" providerId="ADAL" clId="{A5FB6D01-E493-40EF-818C-105A8C1F4F0E}" dt="2025-05-29T23:59:12.915" v="567" actId="14100"/>
          <ac:spMkLst>
            <pc:docMk/>
            <pc:sldMk cId="1128438427" sldId="263"/>
            <ac:spMk id="9" creationId="{AA80114A-1EDF-AD03-F083-29BCC3B86075}"/>
          </ac:spMkLst>
        </pc:spChg>
        <pc:spChg chg="add mod">
          <ac:chgData name="Demard,Emilie Pauline" userId="6b2953af-5bd4-44a1-a404-c37ddb850d4a" providerId="ADAL" clId="{A5FB6D01-E493-40EF-818C-105A8C1F4F0E}" dt="2025-05-29T23:58:59.100" v="563" actId="14100"/>
          <ac:spMkLst>
            <pc:docMk/>
            <pc:sldMk cId="1128438427" sldId="263"/>
            <ac:spMk id="10" creationId="{3F5B4CA1-C80F-3E89-FD85-C539BD11014B}"/>
          </ac:spMkLst>
        </pc:spChg>
        <pc:picChg chg="add mod modCrop">
          <ac:chgData name="Demard,Emilie Pauline" userId="6b2953af-5bd4-44a1-a404-c37ddb850d4a" providerId="ADAL" clId="{A5FB6D01-E493-40EF-818C-105A8C1F4F0E}" dt="2025-05-29T23:58:29.318" v="558" actId="14100"/>
          <ac:picMkLst>
            <pc:docMk/>
            <pc:sldMk cId="1128438427" sldId="263"/>
            <ac:picMk id="5" creationId="{4314F8E7-DCEC-4146-FD29-AB837CC243E3}"/>
          </ac:picMkLst>
        </pc:picChg>
      </pc:sldChg>
      <pc:sldChg chg="addSp delSp modSp new mod">
        <pc:chgData name="Demard,Emilie Pauline" userId="6b2953af-5bd4-44a1-a404-c37ddb850d4a" providerId="ADAL" clId="{A5FB6D01-E493-40EF-818C-105A8C1F4F0E}" dt="2025-05-28T00:56:52.396" v="132" actId="21"/>
        <pc:sldMkLst>
          <pc:docMk/>
          <pc:sldMk cId="1593791875" sldId="264"/>
        </pc:sldMkLst>
        <pc:spChg chg="mod">
          <ac:chgData name="Demard,Emilie Pauline" userId="6b2953af-5bd4-44a1-a404-c37ddb850d4a" providerId="ADAL" clId="{A5FB6D01-E493-40EF-818C-105A8C1F4F0E}" dt="2025-05-28T00:50:08.532" v="93"/>
          <ac:spMkLst>
            <pc:docMk/>
            <pc:sldMk cId="1593791875" sldId="264"/>
            <ac:spMk id="2" creationId="{F44FD08E-0F2D-55A5-C92E-6F37BCFAF606}"/>
          </ac:spMkLst>
        </pc:spChg>
        <pc:picChg chg="add mod">
          <ac:chgData name="Demard,Emilie Pauline" userId="6b2953af-5bd4-44a1-a404-c37ddb850d4a" providerId="ADAL" clId="{A5FB6D01-E493-40EF-818C-105A8C1F4F0E}" dt="2025-05-28T00:50:03.619" v="92" actId="14100"/>
          <ac:picMkLst>
            <pc:docMk/>
            <pc:sldMk cId="1593791875" sldId="264"/>
            <ac:picMk id="7" creationId="{3B75BA96-8BD4-F479-25FB-F459E9C48F33}"/>
          </ac:picMkLst>
        </pc:picChg>
        <pc:picChg chg="add mod">
          <ac:chgData name="Demard,Emilie Pauline" userId="6b2953af-5bd4-44a1-a404-c37ddb850d4a" providerId="ADAL" clId="{A5FB6D01-E493-40EF-818C-105A8C1F4F0E}" dt="2025-05-28T00:56:32.206" v="122"/>
          <ac:picMkLst>
            <pc:docMk/>
            <pc:sldMk cId="1593791875" sldId="264"/>
            <ac:picMk id="10" creationId="{D4A9D416-9FDA-974D-DC93-E832AA8344F2}"/>
          </ac:picMkLst>
        </pc:picChg>
      </pc:sldChg>
      <pc:sldChg chg="addSp delSp modSp new mod addAnim delAnim modAnim">
        <pc:chgData name="Demard,Emilie Pauline" userId="6b2953af-5bd4-44a1-a404-c37ddb850d4a" providerId="ADAL" clId="{A5FB6D01-E493-40EF-818C-105A8C1F4F0E}" dt="2025-05-30T00:30:42.091" v="707" actId="1076"/>
        <pc:sldMkLst>
          <pc:docMk/>
          <pc:sldMk cId="2276131323" sldId="265"/>
        </pc:sldMkLst>
        <pc:spChg chg="mod">
          <ac:chgData name="Demard,Emilie Pauline" userId="6b2953af-5bd4-44a1-a404-c37ddb850d4a" providerId="ADAL" clId="{A5FB6D01-E493-40EF-818C-105A8C1F4F0E}" dt="2025-05-28T00:51:33.341" v="106" actId="20577"/>
          <ac:spMkLst>
            <pc:docMk/>
            <pc:sldMk cId="2276131323" sldId="265"/>
            <ac:spMk id="2" creationId="{132FA6E7-68EE-C5C4-2379-6B3B30FF106D}"/>
          </ac:spMkLst>
        </pc:spChg>
        <pc:spChg chg="add mod">
          <ac:chgData name="Demard,Emilie Pauline" userId="6b2953af-5bd4-44a1-a404-c37ddb850d4a" providerId="ADAL" clId="{A5FB6D01-E493-40EF-818C-105A8C1F4F0E}" dt="2025-05-30T00:28:51.712" v="694" actId="208"/>
          <ac:spMkLst>
            <pc:docMk/>
            <pc:sldMk cId="2276131323" sldId="265"/>
            <ac:spMk id="4" creationId="{F0335617-037B-DC5B-261C-A18AA38B5513}"/>
          </ac:spMkLst>
        </pc:spChg>
        <pc:spChg chg="add mod">
          <ac:chgData name="Demard,Emilie Pauline" userId="6b2953af-5bd4-44a1-a404-c37ddb850d4a" providerId="ADAL" clId="{A5FB6D01-E493-40EF-818C-105A8C1F4F0E}" dt="2025-05-30T00:28:51.712" v="694" actId="208"/>
          <ac:spMkLst>
            <pc:docMk/>
            <pc:sldMk cId="2276131323" sldId="265"/>
            <ac:spMk id="7" creationId="{E52E664A-7D3C-A0A3-69D8-05D42BA5342A}"/>
          </ac:spMkLst>
        </pc:spChg>
        <pc:spChg chg="add mod ord">
          <ac:chgData name="Demard,Emilie Pauline" userId="6b2953af-5bd4-44a1-a404-c37ddb850d4a" providerId="ADAL" clId="{A5FB6D01-E493-40EF-818C-105A8C1F4F0E}" dt="2025-05-30T00:26:23.900" v="672" actId="1076"/>
          <ac:spMkLst>
            <pc:docMk/>
            <pc:sldMk cId="2276131323" sldId="265"/>
            <ac:spMk id="12" creationId="{F9CB0F0D-3395-5E68-867A-9A798648B76D}"/>
          </ac:spMkLst>
        </pc:spChg>
        <pc:spChg chg="add mod">
          <ac:chgData name="Demard,Emilie Pauline" userId="6b2953af-5bd4-44a1-a404-c37ddb850d4a" providerId="ADAL" clId="{A5FB6D01-E493-40EF-818C-105A8C1F4F0E}" dt="2025-05-30T00:28:20.570" v="690" actId="1076"/>
          <ac:spMkLst>
            <pc:docMk/>
            <pc:sldMk cId="2276131323" sldId="265"/>
            <ac:spMk id="15" creationId="{6368E527-142C-9CD7-B7F8-ECECDB536CCF}"/>
          </ac:spMkLst>
        </pc:spChg>
        <pc:spChg chg="add mod">
          <ac:chgData name="Demard,Emilie Pauline" userId="6b2953af-5bd4-44a1-a404-c37ddb850d4a" providerId="ADAL" clId="{A5FB6D01-E493-40EF-818C-105A8C1F4F0E}" dt="2025-05-30T00:28:24.607" v="692" actId="1076"/>
          <ac:spMkLst>
            <pc:docMk/>
            <pc:sldMk cId="2276131323" sldId="265"/>
            <ac:spMk id="17" creationId="{7C325E0F-6AD5-E6CA-3B03-CFDCF08C9682}"/>
          </ac:spMkLst>
        </pc:spChg>
        <pc:spChg chg="add mod">
          <ac:chgData name="Demard,Emilie Pauline" userId="6b2953af-5bd4-44a1-a404-c37ddb850d4a" providerId="ADAL" clId="{A5FB6D01-E493-40EF-818C-105A8C1F4F0E}" dt="2025-05-30T00:29:03.167" v="697" actId="14100"/>
          <ac:spMkLst>
            <pc:docMk/>
            <pc:sldMk cId="2276131323" sldId="265"/>
            <ac:spMk id="18" creationId="{CE6DAF5B-4176-5766-66BF-357C6C6D51AE}"/>
          </ac:spMkLst>
        </pc:spChg>
        <pc:picChg chg="add mod modCrop">
          <ac:chgData name="Demard,Emilie Pauline" userId="6b2953af-5bd4-44a1-a404-c37ddb850d4a" providerId="ADAL" clId="{A5FB6D01-E493-40EF-818C-105A8C1F4F0E}" dt="2025-05-30T00:28:20.570" v="690" actId="1076"/>
          <ac:picMkLst>
            <pc:docMk/>
            <pc:sldMk cId="2276131323" sldId="265"/>
            <ac:picMk id="3" creationId="{5A0990C6-2CED-26B4-68EA-7B32A80FF029}"/>
          </ac:picMkLst>
        </pc:picChg>
        <pc:picChg chg="add mod">
          <ac:chgData name="Demard,Emilie Pauline" userId="6b2953af-5bd4-44a1-a404-c37ddb850d4a" providerId="ADAL" clId="{A5FB6D01-E493-40EF-818C-105A8C1F4F0E}" dt="2025-05-30T00:30:42.091" v="707" actId="1076"/>
          <ac:picMkLst>
            <pc:docMk/>
            <pc:sldMk cId="2276131323" sldId="265"/>
            <ac:picMk id="10" creationId="{3454A201-8039-A1B0-1734-D5FFB561EC25}"/>
          </ac:picMkLst>
        </pc:picChg>
        <pc:cxnChg chg="add mod">
          <ac:chgData name="Demard,Emilie Pauline" userId="6b2953af-5bd4-44a1-a404-c37ddb850d4a" providerId="ADAL" clId="{A5FB6D01-E493-40EF-818C-105A8C1F4F0E}" dt="2025-05-30T00:28:22.648" v="691" actId="1076"/>
          <ac:cxnSpMkLst>
            <pc:docMk/>
            <pc:sldMk cId="2276131323" sldId="265"/>
            <ac:cxnSpMk id="16" creationId="{DE7B46C6-D831-0DAC-6BEF-6DE31E2A1FC2}"/>
          </ac:cxnSpMkLst>
        </pc:cxnChg>
        <pc:cxnChg chg="add">
          <ac:chgData name="Demard,Emilie Pauline" userId="6b2953af-5bd4-44a1-a404-c37ddb850d4a" providerId="ADAL" clId="{A5FB6D01-E493-40EF-818C-105A8C1F4F0E}" dt="2025-05-30T00:30:31.460" v="703" actId="11529"/>
          <ac:cxnSpMkLst>
            <pc:docMk/>
            <pc:sldMk cId="2276131323" sldId="265"/>
            <ac:cxnSpMk id="20" creationId="{D2409098-2F95-FCE9-3A05-ECDD7B1FB759}"/>
          </ac:cxnSpMkLst>
        </pc:cxnChg>
      </pc:sldChg>
      <pc:sldChg chg="addSp delSp modSp new del mod ord">
        <pc:chgData name="Demard,Emilie Pauline" userId="6b2953af-5bd4-44a1-a404-c37ddb850d4a" providerId="ADAL" clId="{A5FB6D01-E493-40EF-818C-105A8C1F4F0E}" dt="2025-05-30T00:32:20.172" v="732" actId="47"/>
        <pc:sldMkLst>
          <pc:docMk/>
          <pc:sldMk cId="71353348" sldId="266"/>
        </pc:sldMkLst>
      </pc:sldChg>
      <pc:sldChg chg="addSp delSp modSp new add del mod">
        <pc:chgData name="Demard,Emilie Pauline" userId="6b2953af-5bd4-44a1-a404-c37ddb850d4a" providerId="ADAL" clId="{A5FB6D01-E493-40EF-818C-105A8C1F4F0E}" dt="2025-05-30T00:37:13.240" v="788" actId="478"/>
        <pc:sldMkLst>
          <pc:docMk/>
          <pc:sldMk cId="326238945" sldId="267"/>
        </pc:sldMkLst>
        <pc:spChg chg="mod">
          <ac:chgData name="Demard,Emilie Pauline" userId="6b2953af-5bd4-44a1-a404-c37ddb850d4a" providerId="ADAL" clId="{A5FB6D01-E493-40EF-818C-105A8C1F4F0E}" dt="2025-05-28T01:05:00.237" v="246"/>
          <ac:spMkLst>
            <pc:docMk/>
            <pc:sldMk cId="326238945" sldId="267"/>
            <ac:spMk id="2" creationId="{3F83A08A-3461-540B-4995-736E30DF634B}"/>
          </ac:spMkLst>
        </pc:spChg>
        <pc:spChg chg="add mod">
          <ac:chgData name="Demard,Emilie Pauline" userId="6b2953af-5bd4-44a1-a404-c37ddb850d4a" providerId="ADAL" clId="{A5FB6D01-E493-40EF-818C-105A8C1F4F0E}" dt="2025-05-30T00:32:58.049" v="733" actId="1076"/>
          <ac:spMkLst>
            <pc:docMk/>
            <pc:sldMk cId="326238945" sldId="267"/>
            <ac:spMk id="6" creationId="{1FDE25B5-74CC-0CFD-E485-D3ABAEF405EC}"/>
          </ac:spMkLst>
        </pc:spChg>
        <pc:spChg chg="add mod">
          <ac:chgData name="Demard,Emilie Pauline" userId="6b2953af-5bd4-44a1-a404-c37ddb850d4a" providerId="ADAL" clId="{A5FB6D01-E493-40EF-818C-105A8C1F4F0E}" dt="2025-05-30T00:32:58.049" v="733" actId="1076"/>
          <ac:spMkLst>
            <pc:docMk/>
            <pc:sldMk cId="326238945" sldId="267"/>
            <ac:spMk id="8" creationId="{2AC3FE05-8BDB-F078-7D92-F0987DCE5D16}"/>
          </ac:spMkLst>
        </pc:spChg>
        <pc:spChg chg="add mod">
          <ac:chgData name="Demard,Emilie Pauline" userId="6b2953af-5bd4-44a1-a404-c37ddb850d4a" providerId="ADAL" clId="{A5FB6D01-E493-40EF-818C-105A8C1F4F0E}" dt="2025-05-30T00:32:58.049" v="733" actId="1076"/>
          <ac:spMkLst>
            <pc:docMk/>
            <pc:sldMk cId="326238945" sldId="267"/>
            <ac:spMk id="10" creationId="{370BB53A-3ED3-5885-3CA1-F8CF9DA2E624}"/>
          </ac:spMkLst>
        </pc:spChg>
        <pc:spChg chg="add mod">
          <ac:chgData name="Demard,Emilie Pauline" userId="6b2953af-5bd4-44a1-a404-c37ddb850d4a" providerId="ADAL" clId="{A5FB6D01-E493-40EF-818C-105A8C1F4F0E}" dt="2025-05-30T00:33:00.582" v="734" actId="1076"/>
          <ac:spMkLst>
            <pc:docMk/>
            <pc:sldMk cId="326238945" sldId="267"/>
            <ac:spMk id="12" creationId="{E6CF59C4-5D05-0F3C-C1E4-1BDC27C066EB}"/>
          </ac:spMkLst>
        </pc:spChg>
        <pc:picChg chg="add mod">
          <ac:chgData name="Demard,Emilie Pauline" userId="6b2953af-5bd4-44a1-a404-c37ddb850d4a" providerId="ADAL" clId="{A5FB6D01-E493-40EF-818C-105A8C1F4F0E}" dt="2025-05-30T00:32:58.049" v="733" actId="1076"/>
          <ac:picMkLst>
            <pc:docMk/>
            <pc:sldMk cId="326238945" sldId="267"/>
            <ac:picMk id="4" creationId="{3BBAB464-79DA-0C26-37D0-3B70B3BF7CEF}"/>
          </ac:picMkLst>
        </pc:picChg>
        <pc:picChg chg="add mod">
          <ac:chgData name="Demard,Emilie Pauline" userId="6b2953af-5bd4-44a1-a404-c37ddb850d4a" providerId="ADAL" clId="{A5FB6D01-E493-40EF-818C-105A8C1F4F0E}" dt="2025-05-30T00:32:58.049" v="733" actId="1076"/>
          <ac:picMkLst>
            <pc:docMk/>
            <pc:sldMk cId="326238945" sldId="267"/>
            <ac:picMk id="5" creationId="{277222E8-B673-9CED-148A-338F53DBF350}"/>
          </ac:picMkLst>
        </pc:picChg>
        <pc:cxnChg chg="add mod">
          <ac:chgData name="Demard,Emilie Pauline" userId="6b2953af-5bd4-44a1-a404-c37ddb850d4a" providerId="ADAL" clId="{A5FB6D01-E493-40EF-818C-105A8C1F4F0E}" dt="2025-05-30T00:32:58.049" v="733" actId="1076"/>
          <ac:cxnSpMkLst>
            <pc:docMk/>
            <pc:sldMk cId="326238945" sldId="267"/>
            <ac:cxnSpMk id="7" creationId="{B1CA2E32-0E19-4EB1-DC51-DC64B15FA1D6}"/>
          </ac:cxnSpMkLst>
        </pc:cxnChg>
        <pc:cxnChg chg="add mod">
          <ac:chgData name="Demard,Emilie Pauline" userId="6b2953af-5bd4-44a1-a404-c37ddb850d4a" providerId="ADAL" clId="{A5FB6D01-E493-40EF-818C-105A8C1F4F0E}" dt="2025-05-30T00:32:58.049" v="733" actId="1076"/>
          <ac:cxnSpMkLst>
            <pc:docMk/>
            <pc:sldMk cId="326238945" sldId="267"/>
            <ac:cxnSpMk id="9" creationId="{840E7B71-55CC-A1B1-C37B-86F851DE5372}"/>
          </ac:cxnSpMkLst>
        </pc:cxnChg>
        <pc:cxnChg chg="add mod">
          <ac:chgData name="Demard,Emilie Pauline" userId="6b2953af-5bd4-44a1-a404-c37ddb850d4a" providerId="ADAL" clId="{A5FB6D01-E493-40EF-818C-105A8C1F4F0E}" dt="2025-05-30T00:32:58.049" v="733" actId="1076"/>
          <ac:cxnSpMkLst>
            <pc:docMk/>
            <pc:sldMk cId="326238945" sldId="267"/>
            <ac:cxnSpMk id="11" creationId="{F3B49313-8ECC-B01A-70C1-24B39DFC793D}"/>
          </ac:cxnSpMkLst>
        </pc:cxnChg>
        <pc:cxnChg chg="mod">
          <ac:chgData name="Demard,Emilie Pauline" userId="6b2953af-5bd4-44a1-a404-c37ddb850d4a" providerId="ADAL" clId="{A5FB6D01-E493-40EF-818C-105A8C1F4F0E}" dt="2025-05-30T00:32:58.049" v="733" actId="1076"/>
          <ac:cxnSpMkLst>
            <pc:docMk/>
            <pc:sldMk cId="326238945" sldId="267"/>
            <ac:cxnSpMk id="13" creationId="{CE5A925D-A874-EF71-2D2F-92A058DC3919}"/>
          </ac:cxnSpMkLst>
        </pc:cxnChg>
        <pc:cxnChg chg="add mod">
          <ac:chgData name="Demard,Emilie Pauline" userId="6b2953af-5bd4-44a1-a404-c37ddb850d4a" providerId="ADAL" clId="{A5FB6D01-E493-40EF-818C-105A8C1F4F0E}" dt="2025-05-30T00:32:58.049" v="733" actId="1076"/>
          <ac:cxnSpMkLst>
            <pc:docMk/>
            <pc:sldMk cId="326238945" sldId="267"/>
            <ac:cxnSpMk id="14" creationId="{CE296C87-348B-CBC5-2D1B-82D1EC0666A1}"/>
          </ac:cxnSpMkLst>
        </pc:cxnChg>
      </pc:sldChg>
      <pc:sldChg chg="addSp delSp modSp new mod modAnim">
        <pc:chgData name="Demard,Emilie Pauline" userId="6b2953af-5bd4-44a1-a404-c37ddb850d4a" providerId="ADAL" clId="{A5FB6D01-E493-40EF-818C-105A8C1F4F0E}" dt="2025-05-30T00:32:01.970" v="731"/>
        <pc:sldMkLst>
          <pc:docMk/>
          <pc:sldMk cId="3980158191" sldId="268"/>
        </pc:sldMkLst>
        <pc:spChg chg="mod">
          <ac:chgData name="Demard,Emilie Pauline" userId="6b2953af-5bd4-44a1-a404-c37ddb850d4a" providerId="ADAL" clId="{A5FB6D01-E493-40EF-818C-105A8C1F4F0E}" dt="2025-05-28T01:03:06.740" v="230"/>
          <ac:spMkLst>
            <pc:docMk/>
            <pc:sldMk cId="3980158191" sldId="268"/>
            <ac:spMk id="2" creationId="{0F7686C4-2527-08C9-5A0C-A5D8FE5B683E}"/>
          </ac:spMkLst>
        </pc:spChg>
        <pc:spChg chg="add mod ord">
          <ac:chgData name="Demard,Emilie Pauline" userId="6b2953af-5bd4-44a1-a404-c37ddb850d4a" providerId="ADAL" clId="{A5FB6D01-E493-40EF-818C-105A8C1F4F0E}" dt="2025-05-30T00:31:16.605" v="720" actId="1076"/>
          <ac:spMkLst>
            <pc:docMk/>
            <pc:sldMk cId="3980158191" sldId="268"/>
            <ac:spMk id="9" creationId="{64FE1A57-AFC9-5AE8-D8C8-C43D05B4261A}"/>
          </ac:spMkLst>
        </pc:spChg>
        <pc:spChg chg="add mod">
          <ac:chgData name="Demard,Emilie Pauline" userId="6b2953af-5bd4-44a1-a404-c37ddb850d4a" providerId="ADAL" clId="{A5FB6D01-E493-40EF-818C-105A8C1F4F0E}" dt="2025-05-30T00:31:51.428" v="725" actId="14100"/>
          <ac:spMkLst>
            <pc:docMk/>
            <pc:sldMk cId="3980158191" sldId="268"/>
            <ac:spMk id="12" creationId="{46CDC58E-3301-09EE-1665-27D124FE370D}"/>
          </ac:spMkLst>
        </pc:spChg>
        <pc:spChg chg="add mod">
          <ac:chgData name="Demard,Emilie Pauline" userId="6b2953af-5bd4-44a1-a404-c37ddb850d4a" providerId="ADAL" clId="{A5FB6D01-E493-40EF-818C-105A8C1F4F0E}" dt="2025-05-30T00:31:59.152" v="730" actId="14100"/>
          <ac:spMkLst>
            <pc:docMk/>
            <pc:sldMk cId="3980158191" sldId="268"/>
            <ac:spMk id="13" creationId="{76980EFA-EB34-BD0C-3A7A-168CFE402623}"/>
          </ac:spMkLst>
        </pc:spChg>
        <pc:picChg chg="add mod">
          <ac:chgData name="Demard,Emilie Pauline" userId="6b2953af-5bd4-44a1-a404-c37ddb850d4a" providerId="ADAL" clId="{A5FB6D01-E493-40EF-818C-105A8C1F4F0E}" dt="2025-05-30T00:31:35.372" v="721" actId="14100"/>
          <ac:picMkLst>
            <pc:docMk/>
            <pc:sldMk cId="3980158191" sldId="268"/>
            <ac:picMk id="6" creationId="{89AAE2D6-2194-6AB6-1D64-003D1DD4601E}"/>
          </ac:picMkLst>
        </pc:picChg>
        <pc:picChg chg="add mod">
          <ac:chgData name="Demard,Emilie Pauline" userId="6b2953af-5bd4-44a1-a404-c37ddb850d4a" providerId="ADAL" clId="{A5FB6D01-E493-40EF-818C-105A8C1F4F0E}" dt="2025-05-30T00:31:12.797" v="719" actId="14100"/>
          <ac:picMkLst>
            <pc:docMk/>
            <pc:sldMk cId="3980158191" sldId="268"/>
            <ac:picMk id="10" creationId="{B9BDF81B-E2C7-CC43-7D74-0BEC4B6247BB}"/>
          </ac:picMkLst>
        </pc:picChg>
        <pc:cxnChg chg="add mod">
          <ac:chgData name="Demard,Emilie Pauline" userId="6b2953af-5bd4-44a1-a404-c37ddb850d4a" providerId="ADAL" clId="{A5FB6D01-E493-40EF-818C-105A8C1F4F0E}" dt="2025-05-30T00:31:08.194" v="716" actId="14100"/>
          <ac:cxnSpMkLst>
            <pc:docMk/>
            <pc:sldMk cId="3980158191" sldId="268"/>
            <ac:cxnSpMk id="4" creationId="{D491C453-20F5-442E-4AFA-BA0589C30602}"/>
          </ac:cxnSpMkLst>
        </pc:cxnChg>
      </pc:sldChg>
      <pc:sldChg chg="addSp delSp modSp new mod">
        <pc:chgData name="Demard,Emilie Pauline" userId="6b2953af-5bd4-44a1-a404-c37ddb850d4a" providerId="ADAL" clId="{A5FB6D01-E493-40EF-818C-105A8C1F4F0E}" dt="2025-05-30T00:42:26.620" v="871" actId="1076"/>
        <pc:sldMkLst>
          <pc:docMk/>
          <pc:sldMk cId="2446258600" sldId="269"/>
        </pc:sldMkLst>
        <pc:spChg chg="mod">
          <ac:chgData name="Demard,Emilie Pauline" userId="6b2953af-5bd4-44a1-a404-c37ddb850d4a" providerId="ADAL" clId="{A5FB6D01-E493-40EF-818C-105A8C1F4F0E}" dt="2025-05-28T01:06:01.145" v="250"/>
          <ac:spMkLst>
            <pc:docMk/>
            <pc:sldMk cId="2446258600" sldId="269"/>
            <ac:spMk id="2" creationId="{CEDB9215-09E6-5F47-B171-911A9B0BC4DF}"/>
          </ac:spMkLst>
        </pc:spChg>
        <pc:picChg chg="add mod">
          <ac:chgData name="Demard,Emilie Pauline" userId="6b2953af-5bd4-44a1-a404-c37ddb850d4a" providerId="ADAL" clId="{A5FB6D01-E493-40EF-818C-105A8C1F4F0E}" dt="2025-05-30T00:42:26.620" v="871" actId="1076"/>
          <ac:picMkLst>
            <pc:docMk/>
            <pc:sldMk cId="2446258600" sldId="269"/>
            <ac:picMk id="4" creationId="{4D9361BE-A040-182B-7E20-7EAF74031694}"/>
          </ac:picMkLst>
        </pc:picChg>
      </pc:sldChg>
      <pc:sldChg chg="modSp new mod modNotesTx">
        <pc:chgData name="Demard,Emilie Pauline" userId="6b2953af-5bd4-44a1-a404-c37ddb850d4a" providerId="ADAL" clId="{A5FB6D01-E493-40EF-818C-105A8C1F4F0E}" dt="2025-05-30T00:43:14.582" v="872" actId="20577"/>
        <pc:sldMkLst>
          <pc:docMk/>
          <pc:sldMk cId="1746935855" sldId="270"/>
        </pc:sldMkLst>
        <pc:spChg chg="mod">
          <ac:chgData name="Demard,Emilie Pauline" userId="6b2953af-5bd4-44a1-a404-c37ddb850d4a" providerId="ADAL" clId="{A5FB6D01-E493-40EF-818C-105A8C1F4F0E}" dt="2025-05-30T00:43:14.582" v="872" actId="20577"/>
          <ac:spMkLst>
            <pc:docMk/>
            <pc:sldMk cId="1746935855" sldId="270"/>
            <ac:spMk id="2" creationId="{470C2FF7-E721-9797-FB08-E13D14AC8555}"/>
          </ac:spMkLst>
        </pc:spChg>
      </pc:sldChg>
      <pc:sldChg chg="addSp delSp modSp new mod ord">
        <pc:chgData name="Demard,Emilie Pauline" userId="6b2953af-5bd4-44a1-a404-c37ddb850d4a" providerId="ADAL" clId="{A5FB6D01-E493-40EF-818C-105A8C1F4F0E}" dt="2025-05-29T23:45:54.049" v="475" actId="1076"/>
        <pc:sldMkLst>
          <pc:docMk/>
          <pc:sldMk cId="1474286127" sldId="271"/>
        </pc:sldMkLst>
        <pc:spChg chg="mod">
          <ac:chgData name="Demard,Emilie Pauline" userId="6b2953af-5bd4-44a1-a404-c37ddb850d4a" providerId="ADAL" clId="{A5FB6D01-E493-40EF-818C-105A8C1F4F0E}" dt="2025-05-29T23:41:47.110" v="319" actId="122"/>
          <ac:spMkLst>
            <pc:docMk/>
            <pc:sldMk cId="1474286127" sldId="271"/>
            <ac:spMk id="2" creationId="{E68C05FA-25ED-1FFD-0CD6-08FEBEE07998}"/>
          </ac:spMkLst>
        </pc:spChg>
        <pc:spChg chg="add mod">
          <ac:chgData name="Demard,Emilie Pauline" userId="6b2953af-5bd4-44a1-a404-c37ddb850d4a" providerId="ADAL" clId="{A5FB6D01-E493-40EF-818C-105A8C1F4F0E}" dt="2025-05-29T23:45:46.822" v="471" actId="1076"/>
          <ac:spMkLst>
            <pc:docMk/>
            <pc:sldMk cId="1474286127" sldId="271"/>
            <ac:spMk id="12" creationId="{5BE94872-42A7-972E-CFF7-4E120E040B10}"/>
          </ac:spMkLst>
        </pc:spChg>
        <pc:spChg chg="add mod">
          <ac:chgData name="Demard,Emilie Pauline" userId="6b2953af-5bd4-44a1-a404-c37ddb850d4a" providerId="ADAL" clId="{A5FB6D01-E493-40EF-818C-105A8C1F4F0E}" dt="2025-05-29T23:45:53.357" v="474" actId="14100"/>
          <ac:spMkLst>
            <pc:docMk/>
            <pc:sldMk cId="1474286127" sldId="271"/>
            <ac:spMk id="13" creationId="{27E24F0D-D89F-920C-2BD4-B093EA4CE372}"/>
          </ac:spMkLst>
        </pc:spChg>
        <pc:picChg chg="add mod ord">
          <ac:chgData name="Demard,Emilie Pauline" userId="6b2953af-5bd4-44a1-a404-c37ddb850d4a" providerId="ADAL" clId="{A5FB6D01-E493-40EF-818C-105A8C1F4F0E}" dt="2025-05-29T23:41:37.094" v="316" actId="1076"/>
          <ac:picMkLst>
            <pc:docMk/>
            <pc:sldMk cId="1474286127" sldId="271"/>
            <ac:picMk id="5" creationId="{95A738E2-3DC9-D2FB-68D8-6F21CEDE74DB}"/>
          </ac:picMkLst>
        </pc:picChg>
        <pc:picChg chg="add mod">
          <ac:chgData name="Demard,Emilie Pauline" userId="6b2953af-5bd4-44a1-a404-c37ddb850d4a" providerId="ADAL" clId="{A5FB6D01-E493-40EF-818C-105A8C1F4F0E}" dt="2025-05-29T23:45:54.049" v="475" actId="1076"/>
          <ac:picMkLst>
            <pc:docMk/>
            <pc:sldMk cId="1474286127" sldId="271"/>
            <ac:picMk id="11" creationId="{02259514-FD68-9653-E759-C9096EF433D1}"/>
          </ac:picMkLst>
        </pc:picChg>
        <pc:cxnChg chg="add mod">
          <ac:chgData name="Demard,Emilie Pauline" userId="6b2953af-5bd4-44a1-a404-c37ddb850d4a" providerId="ADAL" clId="{A5FB6D01-E493-40EF-818C-105A8C1F4F0E}" dt="2025-05-29T23:45:09.327" v="390" actId="1076"/>
          <ac:cxnSpMkLst>
            <pc:docMk/>
            <pc:sldMk cId="1474286127" sldId="271"/>
            <ac:cxnSpMk id="9" creationId="{90636694-2564-857C-6ADE-4D308326ED21}"/>
          </ac:cxnSpMkLst>
        </pc:cxnChg>
      </pc:sldChg>
      <pc:sldChg chg="addSp delSp modSp new mod">
        <pc:chgData name="Demard,Emilie Pauline" userId="6b2953af-5bd4-44a1-a404-c37ddb850d4a" providerId="ADAL" clId="{A5FB6D01-E493-40EF-818C-105A8C1F4F0E}" dt="2025-05-29T23:45:06.001" v="389" actId="1076"/>
        <pc:sldMkLst>
          <pc:docMk/>
          <pc:sldMk cId="2983218353" sldId="272"/>
        </pc:sldMkLst>
        <pc:spChg chg="mod">
          <ac:chgData name="Demard,Emilie Pauline" userId="6b2953af-5bd4-44a1-a404-c37ddb850d4a" providerId="ADAL" clId="{A5FB6D01-E493-40EF-818C-105A8C1F4F0E}" dt="2025-05-29T23:44:25.349" v="337" actId="122"/>
          <ac:spMkLst>
            <pc:docMk/>
            <pc:sldMk cId="2983218353" sldId="272"/>
            <ac:spMk id="2" creationId="{EB92CC97-4965-3E80-A8AF-C3B5BFD8F3A9}"/>
          </ac:spMkLst>
        </pc:spChg>
        <pc:spChg chg="add mod">
          <ac:chgData name="Demard,Emilie Pauline" userId="6b2953af-5bd4-44a1-a404-c37ddb850d4a" providerId="ADAL" clId="{A5FB6D01-E493-40EF-818C-105A8C1F4F0E}" dt="2025-05-29T23:45:01.122" v="387" actId="1076"/>
          <ac:spMkLst>
            <pc:docMk/>
            <pc:sldMk cId="2983218353" sldId="272"/>
            <ac:spMk id="8" creationId="{98F99F4B-05F9-4A97-5334-2102AB8EF85F}"/>
          </ac:spMkLst>
        </pc:spChg>
        <pc:spChg chg="add mod">
          <ac:chgData name="Demard,Emilie Pauline" userId="6b2953af-5bd4-44a1-a404-c37ddb850d4a" providerId="ADAL" clId="{A5FB6D01-E493-40EF-818C-105A8C1F4F0E}" dt="2025-05-29T23:45:06.001" v="389" actId="1076"/>
          <ac:spMkLst>
            <pc:docMk/>
            <pc:sldMk cId="2983218353" sldId="272"/>
            <ac:spMk id="9" creationId="{9F5F63C0-D736-B5C2-8538-D98EF95E1560}"/>
          </ac:spMkLst>
        </pc:spChg>
        <pc:picChg chg="add mod">
          <ac:chgData name="Demard,Emilie Pauline" userId="6b2953af-5bd4-44a1-a404-c37ddb850d4a" providerId="ADAL" clId="{A5FB6D01-E493-40EF-818C-105A8C1F4F0E}" dt="2025-05-29T23:44:15.704" v="332" actId="1076"/>
          <ac:picMkLst>
            <pc:docMk/>
            <pc:sldMk cId="2983218353" sldId="272"/>
            <ac:picMk id="5" creationId="{68A3D7BF-D3DD-2B0A-9314-85B2068190F1}"/>
          </ac:picMkLst>
        </pc:picChg>
        <pc:picChg chg="add mod">
          <ac:chgData name="Demard,Emilie Pauline" userId="6b2953af-5bd4-44a1-a404-c37ddb850d4a" providerId="ADAL" clId="{A5FB6D01-E493-40EF-818C-105A8C1F4F0E}" dt="2025-05-29T23:45:02.882" v="388" actId="14100"/>
          <ac:picMkLst>
            <pc:docMk/>
            <pc:sldMk cId="2983218353" sldId="272"/>
            <ac:picMk id="7" creationId="{68B719BA-A70C-B1E3-4291-78FCDEF442AA}"/>
          </ac:picMkLst>
        </pc:picChg>
      </pc:sldChg>
      <pc:sldChg chg="add">
        <pc:chgData name="Demard,Emilie Pauline" userId="6b2953af-5bd4-44a1-a404-c37ddb850d4a" providerId="ADAL" clId="{A5FB6D01-E493-40EF-818C-105A8C1F4F0E}" dt="2025-05-29T23:46:46.066" v="477"/>
        <pc:sldMkLst>
          <pc:docMk/>
          <pc:sldMk cId="1632494984" sldId="532"/>
        </pc:sldMkLst>
      </pc:sldChg>
      <pc:sldChg chg="delSp add mod">
        <pc:chgData name="Demard,Emilie Pauline" userId="6b2953af-5bd4-44a1-a404-c37ddb850d4a" providerId="ADAL" clId="{A5FB6D01-E493-40EF-818C-105A8C1F4F0E}" dt="2025-05-29T23:51:19.821" v="506" actId="478"/>
        <pc:sldMkLst>
          <pc:docMk/>
          <pc:sldMk cId="952370819" sldId="533"/>
        </pc:sldMkLst>
      </pc:sldChg>
      <pc:sldChg chg="addSp delSp modSp new mod modAnim">
        <pc:chgData name="Demard,Emilie Pauline" userId="6b2953af-5bd4-44a1-a404-c37ddb850d4a" providerId="ADAL" clId="{A5FB6D01-E493-40EF-818C-105A8C1F4F0E}" dt="2025-05-30T00:24:34.279" v="660" actId="1036"/>
        <pc:sldMkLst>
          <pc:docMk/>
          <pc:sldMk cId="3153864031" sldId="534"/>
        </pc:sldMkLst>
        <pc:spChg chg="add mod">
          <ac:chgData name="Demard,Emilie Pauline" userId="6b2953af-5bd4-44a1-a404-c37ddb850d4a" providerId="ADAL" clId="{A5FB6D01-E493-40EF-818C-105A8C1F4F0E}" dt="2025-05-30T00:10:16.859" v="579"/>
          <ac:spMkLst>
            <pc:docMk/>
            <pc:sldMk cId="3153864031" sldId="534"/>
            <ac:spMk id="4" creationId="{C4629B34-9AC2-9091-4619-24884B1D9CC0}"/>
          </ac:spMkLst>
        </pc:spChg>
        <pc:spChg chg="add mod">
          <ac:chgData name="Demard,Emilie Pauline" userId="6b2953af-5bd4-44a1-a404-c37ddb850d4a" providerId="ADAL" clId="{A5FB6D01-E493-40EF-818C-105A8C1F4F0E}" dt="2025-05-30T00:10:33.904" v="586" actId="1076"/>
          <ac:spMkLst>
            <pc:docMk/>
            <pc:sldMk cId="3153864031" sldId="534"/>
            <ac:spMk id="5" creationId="{5573B5E9-1EE8-835F-EA0E-DEFF84E8A7A6}"/>
          </ac:spMkLst>
        </pc:spChg>
        <pc:spChg chg="add mod">
          <ac:chgData name="Demard,Emilie Pauline" userId="6b2953af-5bd4-44a1-a404-c37ddb850d4a" providerId="ADAL" clId="{A5FB6D01-E493-40EF-818C-105A8C1F4F0E}" dt="2025-05-30T00:24:34.279" v="660" actId="1036"/>
          <ac:spMkLst>
            <pc:docMk/>
            <pc:sldMk cId="3153864031" sldId="534"/>
            <ac:spMk id="10" creationId="{807F864A-C61C-8AA0-747C-A7225241AD1E}"/>
          </ac:spMkLst>
        </pc:spChg>
        <pc:spChg chg="add mod">
          <ac:chgData name="Demard,Emilie Pauline" userId="6b2953af-5bd4-44a1-a404-c37ddb850d4a" providerId="ADAL" clId="{A5FB6D01-E493-40EF-818C-105A8C1F4F0E}" dt="2025-05-30T00:24:32.134" v="657" actId="1076"/>
          <ac:spMkLst>
            <pc:docMk/>
            <pc:sldMk cId="3153864031" sldId="534"/>
            <ac:spMk id="11" creationId="{B4365F34-E455-0315-FB79-CE9259121935}"/>
          </ac:spMkLst>
        </pc:spChg>
        <pc:spChg chg="add mod">
          <ac:chgData name="Demard,Emilie Pauline" userId="6b2953af-5bd4-44a1-a404-c37ddb850d4a" providerId="ADAL" clId="{A5FB6D01-E493-40EF-818C-105A8C1F4F0E}" dt="2025-05-30T00:24:25.681" v="655" actId="1076"/>
          <ac:spMkLst>
            <pc:docMk/>
            <pc:sldMk cId="3153864031" sldId="534"/>
            <ac:spMk id="12" creationId="{3FF2755A-71A2-F323-F77A-00996C1DED81}"/>
          </ac:spMkLst>
        </pc:spChg>
        <pc:spChg chg="add mod">
          <ac:chgData name="Demard,Emilie Pauline" userId="6b2953af-5bd4-44a1-a404-c37ddb850d4a" providerId="ADAL" clId="{A5FB6D01-E493-40EF-818C-105A8C1F4F0E}" dt="2025-05-30T00:23:51.968" v="647" actId="14100"/>
          <ac:spMkLst>
            <pc:docMk/>
            <pc:sldMk cId="3153864031" sldId="534"/>
            <ac:spMk id="16" creationId="{9CB0CACE-76E2-AEDF-C084-BE9A68AB95E0}"/>
          </ac:spMkLst>
        </pc:spChg>
        <pc:spChg chg="add mod">
          <ac:chgData name="Demard,Emilie Pauline" userId="6b2953af-5bd4-44a1-a404-c37ddb850d4a" providerId="ADAL" clId="{A5FB6D01-E493-40EF-818C-105A8C1F4F0E}" dt="2025-05-30T00:23:58.292" v="650" actId="14100"/>
          <ac:spMkLst>
            <pc:docMk/>
            <pc:sldMk cId="3153864031" sldId="534"/>
            <ac:spMk id="17" creationId="{AE1615D5-E5E0-31B5-0998-F5DFB5008200}"/>
          </ac:spMkLst>
        </pc:spChg>
        <pc:picChg chg="add mod ord">
          <ac:chgData name="Demard,Emilie Pauline" userId="6b2953af-5bd4-44a1-a404-c37ddb850d4a" providerId="ADAL" clId="{A5FB6D01-E493-40EF-818C-105A8C1F4F0E}" dt="2025-05-30T00:24:29.847" v="656" actId="14100"/>
          <ac:picMkLst>
            <pc:docMk/>
            <pc:sldMk cId="3153864031" sldId="534"/>
            <ac:picMk id="7" creationId="{8561B1AB-1C82-245C-C5C5-BD45A68CB747}"/>
          </ac:picMkLst>
        </pc:picChg>
        <pc:picChg chg="add mod">
          <ac:chgData name="Demard,Emilie Pauline" userId="6b2953af-5bd4-44a1-a404-c37ddb850d4a" providerId="ADAL" clId="{A5FB6D01-E493-40EF-818C-105A8C1F4F0E}" dt="2025-05-30T00:23:40.900" v="645" actId="1076"/>
          <ac:picMkLst>
            <pc:docMk/>
            <pc:sldMk cId="3153864031" sldId="534"/>
            <ac:picMk id="9" creationId="{D64D5F5B-3F44-8ABE-3AC2-82DA26A25D91}"/>
          </ac:picMkLst>
        </pc:picChg>
        <pc:cxnChg chg="add mod">
          <ac:chgData name="Demard,Emilie Pauline" userId="6b2953af-5bd4-44a1-a404-c37ddb850d4a" providerId="ADAL" clId="{A5FB6D01-E493-40EF-818C-105A8C1F4F0E}" dt="2025-05-30T00:22:51.954" v="636" actId="1076"/>
          <ac:cxnSpMkLst>
            <pc:docMk/>
            <pc:sldMk cId="3153864031" sldId="534"/>
            <ac:cxnSpMk id="14" creationId="{FA93FD7C-F92D-D95F-BDCF-F8540926876E}"/>
          </ac:cxnSpMkLst>
        </pc:cxnChg>
      </pc:sldChg>
      <pc:sldChg chg="add">
        <pc:chgData name="Demard,Emilie Pauline" userId="6b2953af-5bd4-44a1-a404-c37ddb850d4a" providerId="ADAL" clId="{A5FB6D01-E493-40EF-818C-105A8C1F4F0E}" dt="2025-05-30T00:33:42.681" v="739" actId="2890"/>
        <pc:sldMkLst>
          <pc:docMk/>
          <pc:sldMk cId="3846484794" sldId="535"/>
        </pc:sldMkLst>
      </pc:sldChg>
      <pc:sldChg chg="addSp delSp modSp add mod addAnim delAnim">
        <pc:chgData name="Demard,Emilie Pauline" userId="6b2953af-5bd4-44a1-a404-c37ddb850d4a" providerId="ADAL" clId="{A5FB6D01-E493-40EF-818C-105A8C1F4F0E}" dt="2025-05-30T00:34:40.298" v="748" actId="14100"/>
        <pc:sldMkLst>
          <pc:docMk/>
          <pc:sldMk cId="760581292" sldId="536"/>
        </pc:sldMkLst>
        <pc:spChg chg="mod">
          <ac:chgData name="Demard,Emilie Pauline" userId="6b2953af-5bd4-44a1-a404-c37ddb850d4a" providerId="ADAL" clId="{A5FB6D01-E493-40EF-818C-105A8C1F4F0E}" dt="2025-05-30T00:34:40.298" v="748" actId="14100"/>
          <ac:spMkLst>
            <pc:docMk/>
            <pc:sldMk cId="760581292" sldId="536"/>
            <ac:spMk id="12" creationId="{D21D64F7-274A-E982-B147-C5E8C5233346}"/>
          </ac:spMkLst>
        </pc:spChg>
        <pc:picChg chg="add del">
          <ac:chgData name="Demard,Emilie Pauline" userId="6b2953af-5bd4-44a1-a404-c37ddb850d4a" providerId="ADAL" clId="{A5FB6D01-E493-40EF-818C-105A8C1F4F0E}" dt="2025-05-30T00:34:15.447" v="745" actId="478"/>
          <ac:picMkLst>
            <pc:docMk/>
            <pc:sldMk cId="760581292" sldId="536"/>
            <ac:picMk id="3" creationId="{A05B2A16-26DA-DA04-41D9-07FFCCED6C91}"/>
          </ac:picMkLst>
        </pc:picChg>
      </pc:sldChg>
      <pc:sldChg chg="addSp delSp modSp add mod">
        <pc:chgData name="Demard,Emilie Pauline" userId="6b2953af-5bd4-44a1-a404-c37ddb850d4a" providerId="ADAL" clId="{A5FB6D01-E493-40EF-818C-105A8C1F4F0E}" dt="2025-05-30T00:39:02.118" v="813" actId="14100"/>
        <pc:sldMkLst>
          <pc:docMk/>
          <pc:sldMk cId="3686992953" sldId="537"/>
        </pc:sldMkLst>
        <pc:spChg chg="mod">
          <ac:chgData name="Demard,Emilie Pauline" userId="6b2953af-5bd4-44a1-a404-c37ddb850d4a" providerId="ADAL" clId="{A5FB6D01-E493-40EF-818C-105A8C1F4F0E}" dt="2025-05-30T00:38:09.389" v="805" actId="1076"/>
          <ac:spMkLst>
            <pc:docMk/>
            <pc:sldMk cId="3686992953" sldId="537"/>
            <ac:spMk id="10" creationId="{4E8C0D86-A6DB-995A-17B5-86A0902D60CF}"/>
          </ac:spMkLst>
        </pc:spChg>
        <pc:spChg chg="add mod">
          <ac:chgData name="Demard,Emilie Pauline" userId="6b2953af-5bd4-44a1-a404-c37ddb850d4a" providerId="ADAL" clId="{A5FB6D01-E493-40EF-818C-105A8C1F4F0E}" dt="2025-05-30T00:39:02.118" v="813" actId="14100"/>
          <ac:spMkLst>
            <pc:docMk/>
            <pc:sldMk cId="3686992953" sldId="537"/>
            <ac:spMk id="18" creationId="{4A78BEDA-9D82-459E-EC4B-61BD6EB0D5A1}"/>
          </ac:spMkLst>
        </pc:spChg>
        <pc:spChg chg="add mod">
          <ac:chgData name="Demard,Emilie Pauline" userId="6b2953af-5bd4-44a1-a404-c37ddb850d4a" providerId="ADAL" clId="{A5FB6D01-E493-40EF-818C-105A8C1F4F0E}" dt="2025-05-30T00:38:58.888" v="812" actId="1076"/>
          <ac:spMkLst>
            <pc:docMk/>
            <pc:sldMk cId="3686992953" sldId="537"/>
            <ac:spMk id="23" creationId="{F6FED337-7DF0-E5A4-AA7D-9048E3A6CEBC}"/>
          </ac:spMkLst>
        </pc:spChg>
        <pc:picChg chg="mod">
          <ac:chgData name="Demard,Emilie Pauline" userId="6b2953af-5bd4-44a1-a404-c37ddb850d4a" providerId="ADAL" clId="{A5FB6D01-E493-40EF-818C-105A8C1F4F0E}" dt="2025-05-30T00:38:53.802" v="811" actId="1076"/>
          <ac:picMkLst>
            <pc:docMk/>
            <pc:sldMk cId="3686992953" sldId="537"/>
            <ac:picMk id="3" creationId="{1F6B4797-31DE-1DD4-26E6-8443A510F793}"/>
          </ac:picMkLst>
        </pc:picChg>
        <pc:picChg chg="mod modCrop">
          <ac:chgData name="Demard,Emilie Pauline" userId="6b2953af-5bd4-44a1-a404-c37ddb850d4a" providerId="ADAL" clId="{A5FB6D01-E493-40EF-818C-105A8C1F4F0E}" dt="2025-05-30T00:38:09.389" v="805" actId="1076"/>
          <ac:picMkLst>
            <pc:docMk/>
            <pc:sldMk cId="3686992953" sldId="537"/>
            <ac:picMk id="5" creationId="{ACF15FB2-56F9-26D9-89FA-A6598B1742CD}"/>
          </ac:picMkLst>
        </pc:picChg>
        <pc:cxnChg chg="mod">
          <ac:chgData name="Demard,Emilie Pauline" userId="6b2953af-5bd4-44a1-a404-c37ddb850d4a" providerId="ADAL" clId="{A5FB6D01-E493-40EF-818C-105A8C1F4F0E}" dt="2025-05-30T00:38:09.389" v="805" actId="1076"/>
          <ac:cxnSpMkLst>
            <pc:docMk/>
            <pc:sldMk cId="3686992953" sldId="537"/>
            <ac:cxnSpMk id="11" creationId="{C1507BF4-EF59-CE61-68D4-08E7AEFAAD49}"/>
          </ac:cxnSpMkLst>
        </pc:cxnChg>
        <pc:cxnChg chg="mod">
          <ac:chgData name="Demard,Emilie Pauline" userId="6b2953af-5bd4-44a1-a404-c37ddb850d4a" providerId="ADAL" clId="{A5FB6D01-E493-40EF-818C-105A8C1F4F0E}" dt="2025-05-30T00:38:09.389" v="805" actId="1076"/>
          <ac:cxnSpMkLst>
            <pc:docMk/>
            <pc:sldMk cId="3686992953" sldId="537"/>
            <ac:cxnSpMk id="13" creationId="{A44738DE-9077-FA9D-E934-8CEE9AD7185B}"/>
          </ac:cxnSpMkLst>
        </pc:cxnChg>
      </pc:sldChg>
      <pc:sldChg chg="modSp new del mod">
        <pc:chgData name="Demard,Emilie Pauline" userId="6b2953af-5bd4-44a1-a404-c37ddb850d4a" providerId="ADAL" clId="{A5FB6D01-E493-40EF-818C-105A8C1F4F0E}" dt="2025-05-30T00:36:44.651" v="771" actId="680"/>
        <pc:sldMkLst>
          <pc:docMk/>
          <pc:sldMk cId="1326777848" sldId="538"/>
        </pc:sldMkLst>
      </pc:sldChg>
      <pc:sldChg chg="addSp delSp modSp new mod modAnim">
        <pc:chgData name="Demard,Emilie Pauline" userId="6b2953af-5bd4-44a1-a404-c37ddb850d4a" providerId="ADAL" clId="{A5FB6D01-E493-40EF-818C-105A8C1F4F0E}" dt="2025-05-30T00:41:52.469" v="858"/>
        <pc:sldMkLst>
          <pc:docMk/>
          <pc:sldMk cId="4039828669" sldId="538"/>
        </pc:sldMkLst>
        <pc:spChg chg="mod">
          <ac:chgData name="Demard,Emilie Pauline" userId="6b2953af-5bd4-44a1-a404-c37ddb850d4a" providerId="ADAL" clId="{A5FB6D01-E493-40EF-818C-105A8C1F4F0E}" dt="2025-05-30T00:38:29.672" v="810"/>
          <ac:spMkLst>
            <pc:docMk/>
            <pc:sldMk cId="4039828669" sldId="538"/>
            <ac:spMk id="2" creationId="{71E45DDA-1DE7-4461-4988-FF8FF708685B}"/>
          </ac:spMkLst>
        </pc:spChg>
        <pc:spChg chg="add mod">
          <ac:chgData name="Demard,Emilie Pauline" userId="6b2953af-5bd4-44a1-a404-c37ddb850d4a" providerId="ADAL" clId="{A5FB6D01-E493-40EF-818C-105A8C1F4F0E}" dt="2025-05-30T00:39:49.848" v="824" actId="1076"/>
          <ac:spMkLst>
            <pc:docMk/>
            <pc:sldMk cId="4039828669" sldId="538"/>
            <ac:spMk id="7" creationId="{DF9E3486-F767-163D-7DB6-BA46A3E076F3}"/>
          </ac:spMkLst>
        </pc:spChg>
        <pc:spChg chg="add mod ord">
          <ac:chgData name="Demard,Emilie Pauline" userId="6b2953af-5bd4-44a1-a404-c37ddb850d4a" providerId="ADAL" clId="{A5FB6D01-E493-40EF-818C-105A8C1F4F0E}" dt="2025-05-30T00:41:19.282" v="848" actId="14100"/>
          <ac:spMkLst>
            <pc:docMk/>
            <pc:sldMk cId="4039828669" sldId="538"/>
            <ac:spMk id="10" creationId="{A755E640-2ACC-6218-B7B4-A6D52710D84D}"/>
          </ac:spMkLst>
        </pc:spChg>
        <pc:spChg chg="add mod">
          <ac:chgData name="Demard,Emilie Pauline" userId="6b2953af-5bd4-44a1-a404-c37ddb850d4a" providerId="ADAL" clId="{A5FB6D01-E493-40EF-818C-105A8C1F4F0E}" dt="2025-05-30T00:41:49.013" v="857" actId="14100"/>
          <ac:spMkLst>
            <pc:docMk/>
            <pc:sldMk cId="4039828669" sldId="538"/>
            <ac:spMk id="12" creationId="{5801C39F-CCFC-3531-DCA2-F766267BFAD5}"/>
          </ac:spMkLst>
        </pc:spChg>
        <pc:picChg chg="add mod ord modCrop">
          <ac:chgData name="Demard,Emilie Pauline" userId="6b2953af-5bd4-44a1-a404-c37ddb850d4a" providerId="ADAL" clId="{A5FB6D01-E493-40EF-818C-105A8C1F4F0E}" dt="2025-05-30T00:41:26.191" v="852" actId="1076"/>
          <ac:picMkLst>
            <pc:docMk/>
            <pc:sldMk cId="4039828669" sldId="538"/>
            <ac:picMk id="4" creationId="{95565405-F1A7-DFC9-7A1F-1FCF3E67D9F5}"/>
          </ac:picMkLst>
        </pc:picChg>
        <pc:picChg chg="add mod">
          <ac:chgData name="Demard,Emilie Pauline" userId="6b2953af-5bd4-44a1-a404-c37ddb850d4a" providerId="ADAL" clId="{A5FB6D01-E493-40EF-818C-105A8C1F4F0E}" dt="2025-05-30T00:39:49.848" v="824" actId="1076"/>
          <ac:picMkLst>
            <pc:docMk/>
            <pc:sldMk cId="4039828669" sldId="538"/>
            <ac:picMk id="6" creationId="{A93655C6-DDA3-F5C4-B8B5-9A0FF8144ECC}"/>
          </ac:picMkLst>
        </pc:picChg>
        <pc:picChg chg="add mod modCrop">
          <ac:chgData name="Demard,Emilie Pauline" userId="6b2953af-5bd4-44a1-a404-c37ddb850d4a" providerId="ADAL" clId="{A5FB6D01-E493-40EF-818C-105A8C1F4F0E}" dt="2025-05-30T00:41:13.389" v="846" actId="1076"/>
          <ac:picMkLst>
            <pc:docMk/>
            <pc:sldMk cId="4039828669" sldId="538"/>
            <ac:picMk id="11" creationId="{651C12AB-61A0-9BB6-B527-5D6C9AECC8C7}"/>
          </ac:picMkLst>
        </pc:picChg>
        <pc:cxnChg chg="add mod">
          <ac:chgData name="Demard,Emilie Pauline" userId="6b2953af-5bd4-44a1-a404-c37ddb850d4a" providerId="ADAL" clId="{A5FB6D01-E493-40EF-818C-105A8C1F4F0E}" dt="2025-05-30T00:40:01.477" v="829" actId="14100"/>
          <ac:cxnSpMkLst>
            <pc:docMk/>
            <pc:sldMk cId="4039828669" sldId="538"/>
            <ac:cxnSpMk id="8" creationId="{1E6086F4-0F96-301B-55A2-93FD9CC6519B}"/>
          </ac:cxnSpMkLst>
        </pc:cxnChg>
      </pc:sldChg>
      <pc:sldChg chg="modSp new mod ord">
        <pc:chgData name="Demard,Emilie Pauline" userId="6b2953af-5bd4-44a1-a404-c37ddb850d4a" providerId="ADAL" clId="{A5FB6D01-E493-40EF-818C-105A8C1F4F0E}" dt="2025-05-30T01:00:25.556" v="880"/>
        <pc:sldMkLst>
          <pc:docMk/>
          <pc:sldMk cId="397231525" sldId="539"/>
        </pc:sldMkLst>
        <pc:spChg chg="mod">
          <ac:chgData name="Demard,Emilie Pauline" userId="6b2953af-5bd4-44a1-a404-c37ddb850d4a" providerId="ADAL" clId="{A5FB6D01-E493-40EF-818C-105A8C1F4F0E}" dt="2025-05-30T00:43:48.706" v="874"/>
          <ac:spMkLst>
            <pc:docMk/>
            <pc:sldMk cId="397231525" sldId="539"/>
            <ac:spMk id="2" creationId="{3D850549-38B1-9207-2BA2-B33AAD132089}"/>
          </ac:spMkLst>
        </pc:spChg>
      </pc:sldChg>
      <pc:sldChg chg="modSp new mod">
        <pc:chgData name="Demard,Emilie Pauline" userId="6b2953af-5bd4-44a1-a404-c37ddb850d4a" providerId="ADAL" clId="{A5FB6D01-E493-40EF-818C-105A8C1F4F0E}" dt="2025-05-30T00:59:53.439" v="876"/>
        <pc:sldMkLst>
          <pc:docMk/>
          <pc:sldMk cId="919366869" sldId="540"/>
        </pc:sldMkLst>
        <pc:spChg chg="mod">
          <ac:chgData name="Demard,Emilie Pauline" userId="6b2953af-5bd4-44a1-a404-c37ddb850d4a" providerId="ADAL" clId="{A5FB6D01-E493-40EF-818C-105A8C1F4F0E}" dt="2025-05-30T00:59:53.439" v="876"/>
          <ac:spMkLst>
            <pc:docMk/>
            <pc:sldMk cId="919366869" sldId="540"/>
            <ac:spMk id="2" creationId="{99F87FF3-A0E9-CE41-08F7-2969CF538031}"/>
          </ac:spMkLst>
        </pc:spChg>
      </pc:sldChg>
      <pc:sldChg chg="new del">
        <pc:chgData name="Demard,Emilie Pauline" userId="6b2953af-5bd4-44a1-a404-c37ddb850d4a" providerId="ADAL" clId="{A5FB6D01-E493-40EF-818C-105A8C1F4F0E}" dt="2025-05-30T01:00:22.022" v="878" actId="47"/>
        <pc:sldMkLst>
          <pc:docMk/>
          <pc:sldMk cId="1632085720" sldId="54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025F2-876C-49C1-AE5A-C4132DE8F47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C69E8-0408-4BCE-B99A-066D641EA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6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C69E8-0408-4BCE-B99A-066D641EAD2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02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pairwise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C69E8-0408-4BCE-B99A-066D641EAD2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47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56FE-6826-3BB0-4E75-4DC58EA48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FE174-897E-6265-EA6D-08D4F58FB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195B4-CDF7-9F85-260D-10824721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FF646-B6EF-D457-B50E-47D04942C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B2687-3AC9-A20E-2485-42ED9BA1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9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7C8C-C5BA-0DB2-F067-B3B51C0E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5605-7CDF-D6E9-8BBA-0A7E24609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C8645-5FD6-1EED-5CC8-74D9E303A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D5777-27A3-555C-85F6-6F797A5AD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02B4-7FB3-7777-1872-48B2E3B0D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4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29BE-457C-6793-3E30-D209547D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2D2EC-C433-E77F-0C27-C701C5AD5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85B6E-DD7D-A2EF-65D7-344CA72A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77CA0-ECE7-816F-CF16-8D4D466D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B5CD1-0683-D7A8-495C-A247E7D7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5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2AA0-FA14-C6FD-AE96-8F6812CC1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35AF-19EC-3108-82DE-043E84AC5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EDB53-F024-FC6E-4F68-7019343C1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BB098-95F6-774A-9A49-107B93C2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FC780-9FCB-8504-C167-9D8C7AB1C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03D33-262E-CFC7-2C3D-109C9589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78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9596-F279-4543-AA4E-731861BB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1F064-4B35-AB0F-8AA3-864E6E77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F70C3-D58B-6C8F-F0A7-75D8199F8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836F9-C289-3DCD-9E91-5708FDDAA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BF7BA-50C2-3911-C23A-24246218B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CCA8AB-6A36-EEF9-47BD-DC195BA1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083973-F3A0-BC5A-467B-BEAE67094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DE59A8-6B9F-1C29-0ECC-02F521CF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2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63CD-A75C-5843-9564-39A1E3C7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06089D-B83A-9EF2-CD42-0E587D5A6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DCCA8-71C8-8A98-EA96-7C7A9E3D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D0A02-BB0A-50D7-6AB8-829CE1E1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67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661316-1A50-E40F-9A01-ED49C32D6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91848-EA8F-EED7-3B14-D47F661B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9CE7B-F6E4-69E7-D98D-9B3F7C46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C986-B6B5-D6B3-4735-28546BD63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3CDDD-432F-091E-2AAF-6D0A8A999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C4522-72AE-44A6-CDA2-D150627B9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690A7-D3E1-CFEF-29F8-ACD4CFA44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78AC0-F01F-F9E3-F3CF-9444290D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B1525-1B20-1217-A67C-1E0336B0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937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E771-4686-25F4-79C6-771562274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B5E23-1993-F94E-C9B1-E3A770DF2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1E276-01C1-85DE-886D-D0F6C31AC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F9BC3-AA80-AB27-FF63-55793A64C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FE847-B06B-2A09-3EF5-B72EDBA0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6A780-7116-C388-7ED6-D2FC3FA8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38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013ED-A960-B0DE-EBC8-962613DA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4AB43-F6C5-AF8C-A014-D61660D79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1D233-8EA6-F0A6-0169-C696A56A4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6BC8C-A589-14F5-A295-7C0F547A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029BF-2497-75E4-1401-C9A9EACA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7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2D86DC-91D3-A164-B2B6-0FE129F499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975E8-0532-F6C9-098F-5B424E6E6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F2AB-6342-2478-1077-404690AE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AAB3D-1439-84D5-07DE-70628D38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85EA8-94E9-44E8-866B-F23240A9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99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BC89FF-974B-85C1-5103-3AFECABF4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3C3D2-E173-9741-1076-0C4C56278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1C757-E55E-39BA-0161-783D5DD00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D5BD87-A904-4CF9-9527-D91EE3E2CF3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4133-7AF5-8F64-26C6-3814E8F76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89A21-FA00-201A-EBE1-7FDA80364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DA827-FDC9-4998-ACC3-7023CB92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5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tmp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tmp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tmp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tmp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m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9195-090E-F25F-32E6-CA5455E30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7947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dirty="0"/>
              <a:t>Worked example in SAS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C4951-8CB0-3623-BF97-66C96BFB5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63440"/>
            <a:ext cx="9144000" cy="1837944"/>
          </a:xfrm>
        </p:spPr>
        <p:txBody>
          <a:bodyPr>
            <a:normAutofit lnSpcReduction="10000"/>
          </a:bodyPr>
          <a:lstStyle/>
          <a:p>
            <a:r>
              <a:rPr lang="en-US" sz="3000" dirty="0"/>
              <a:t>Emilie Demard</a:t>
            </a:r>
          </a:p>
          <a:p>
            <a:r>
              <a:rPr lang="en-US" dirty="0"/>
              <a:t>Wednesday, July 16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r>
              <a:rPr lang="en-US" dirty="0"/>
              <a:t>Citrus Research and Education Center</a:t>
            </a:r>
          </a:p>
          <a:p>
            <a:r>
              <a:rPr lang="en-US" dirty="0"/>
              <a:t>Lake Alfred, FL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3AD3FD-484D-F5B8-9B48-1CAB8FF8A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151" y="996696"/>
            <a:ext cx="4343120" cy="178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325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B9438-605A-EA38-8343-AAFBF25B4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51F86-7668-A5ED-FABD-7DA4A4C5F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53" y="173203"/>
            <a:ext cx="10953093" cy="1325563"/>
          </a:xfrm>
        </p:spPr>
        <p:txBody>
          <a:bodyPr/>
          <a:lstStyle/>
          <a:p>
            <a:r>
              <a:rPr lang="en-US" dirty="0"/>
              <a:t>Steps for constructing and interpreting a GLMM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97A19-030B-95BB-2502-1FB9F55EA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814"/>
            <a:ext cx="10515600" cy="5273673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None/>
            </a:pPr>
            <a:r>
              <a:rPr lang="en-US" dirty="0"/>
              <a:t>0.  Data Exploration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Construct model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Fixed effects (predictor or explanatory variables)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Random effects (blocking variables)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Error distribution (response variable or dependent variable)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Assess residuals and overdispersion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Check random effects and/or distribution (not always needed)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Examine significance of terms in model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Anova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AIC model 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Calculate treatment means and/or slopes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Construct contrasts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Calculate R2m and R2c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pretty figure</a:t>
            </a:r>
          </a:p>
        </p:txBody>
      </p:sp>
      <p:pic>
        <p:nvPicPr>
          <p:cNvPr id="2050" name="Picture 2" descr="Piled Higher and Deeper">
            <a:extLst>
              <a:ext uri="{FF2B5EF4-FFF2-40B4-BE49-F238E27FC236}">
                <a16:creationId xmlns:a16="http://schemas.microsoft.com/office/drawing/2014/main" id="{57C343B5-3557-4146-0F6A-DCFBCDD07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828" y="4518188"/>
            <a:ext cx="5255172" cy="227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49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05FA-25ED-1FFD-0CD6-08FEBEE07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Intro: Data Carpentry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A738E2-3DC9-D2FB-68D8-6F21CEDE7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7775" y="3686969"/>
            <a:ext cx="9696450" cy="2457450"/>
          </a:xfr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636694-2564-857C-6ADE-4D308326ED21}"/>
              </a:ext>
            </a:extLst>
          </p:cNvPr>
          <p:cNvCxnSpPr/>
          <p:nvPr/>
        </p:nvCxnSpPr>
        <p:spPr>
          <a:xfrm>
            <a:off x="4976037" y="3165418"/>
            <a:ext cx="903768" cy="765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2259514-FD68-9653-E759-C9096EF43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955" y="1983285"/>
            <a:ext cx="5991025" cy="13255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E94872-42A7-972E-CFF7-4E120E040B10}"/>
              </a:ext>
            </a:extLst>
          </p:cNvPr>
          <p:cNvSpPr txBox="1"/>
          <p:nvPr/>
        </p:nvSpPr>
        <p:spPr>
          <a:xfrm>
            <a:off x="1213994" y="1403272"/>
            <a:ext cx="97640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Checking experimental design (balanced/unbalanced, missing observation)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E24F0D-D89F-920C-2BD4-B093EA4CE372}"/>
              </a:ext>
            </a:extLst>
          </p:cNvPr>
          <p:cNvSpPr/>
          <p:nvPr/>
        </p:nvSpPr>
        <p:spPr>
          <a:xfrm>
            <a:off x="5677785" y="2872305"/>
            <a:ext cx="279991" cy="143987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286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CC97-4965-3E80-A8AF-C3B5BFD8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Intro: Data Carpentry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3D7BF-D3DD-2B0A-9314-85B206819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809" y="3966609"/>
            <a:ext cx="9705975" cy="251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B719BA-A70C-B1E3-4291-78FCDEF44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340" y="2121575"/>
            <a:ext cx="6502601" cy="17367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F99F4B-05F9-4A97-5334-2102AB8EF85F}"/>
              </a:ext>
            </a:extLst>
          </p:cNvPr>
          <p:cNvSpPr txBox="1"/>
          <p:nvPr/>
        </p:nvSpPr>
        <p:spPr>
          <a:xfrm>
            <a:off x="1244010" y="1378860"/>
            <a:ext cx="37958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Checking for data entry error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5F63C0-D736-B5C2-8538-D98EF95E1560}"/>
              </a:ext>
            </a:extLst>
          </p:cNvPr>
          <p:cNvSpPr/>
          <p:nvPr/>
        </p:nvSpPr>
        <p:spPr>
          <a:xfrm>
            <a:off x="5617534" y="3314502"/>
            <a:ext cx="478466" cy="228996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21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79C6B-DBF8-B3A6-9E95-89980B6D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Setting up a basic model in SAS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D3754-EC90-1AE5-E464-DE2297AB185A}"/>
              </a:ext>
            </a:extLst>
          </p:cNvPr>
          <p:cNvSpPr txBox="1"/>
          <p:nvPr/>
        </p:nvSpPr>
        <p:spPr>
          <a:xfrm>
            <a:off x="838200" y="3597652"/>
            <a:ext cx="80132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log⁡(y</a:t>
            </a:r>
            <a:r>
              <a:rPr lang="en-US" sz="3200" baseline="-25000" dirty="0"/>
              <a:t>ij</a:t>
            </a:r>
            <a:r>
              <a:rPr lang="en-US" sz="3200" dirty="0"/>
              <a:t>+1)=</a:t>
            </a:r>
            <a:r>
              <a:rPr lang="el-GR" sz="3200" dirty="0"/>
              <a:t>β</a:t>
            </a:r>
            <a:r>
              <a:rPr lang="el-GR" sz="3200" baseline="-25000" dirty="0"/>
              <a:t>0</a:t>
            </a:r>
            <a:r>
              <a:rPr lang="el-GR" sz="3200" dirty="0"/>
              <a:t>+β</a:t>
            </a:r>
            <a:r>
              <a:rPr lang="el-GR" sz="3200" baseline="-25000" dirty="0"/>
              <a:t>1</a:t>
            </a:r>
            <a:r>
              <a:rPr lang="el-GR" sz="3200" dirty="0"/>
              <a:t>(</a:t>
            </a:r>
            <a:r>
              <a:rPr lang="en-US" sz="3200" dirty="0" err="1"/>
              <a:t>lead</a:t>
            </a:r>
            <a:r>
              <a:rPr lang="en-US" sz="3200" baseline="-25000" dirty="0" err="1"/>
              <a:t>i</a:t>
            </a:r>
            <a:r>
              <a:rPr lang="en-US" sz="3200" dirty="0"/>
              <a:t>*</a:t>
            </a:r>
            <a:r>
              <a:rPr lang="en-US" sz="3200" dirty="0" err="1"/>
              <a:t>spray</a:t>
            </a:r>
            <a:r>
              <a:rPr lang="en-US" sz="3200" baseline="-25000" dirty="0" err="1"/>
              <a:t>j</a:t>
            </a:r>
            <a:r>
              <a:rPr lang="en-US" sz="3200" dirty="0"/>
              <a:t>)+</a:t>
            </a:r>
            <a:r>
              <a:rPr lang="el-GR" sz="3200" dirty="0"/>
              <a:t>ε</a:t>
            </a:r>
            <a:r>
              <a:rPr lang="en-US" sz="3200" baseline="-25000" dirty="0" err="1"/>
              <a:t>ij</a:t>
            </a:r>
            <a:endParaRPr lang="en-US" sz="3200" baseline="-25000" dirty="0"/>
          </a:p>
          <a:p>
            <a:endParaRPr lang="en-US" sz="3200" dirty="0"/>
          </a:p>
          <a:p>
            <a:r>
              <a:rPr lang="en-US" sz="3200" dirty="0"/>
              <a:t>* is shorthand for (spray + lead + </a:t>
            </a:r>
            <a:r>
              <a:rPr lang="en-US" sz="3200" dirty="0" err="1"/>
              <a:t>spray:lead</a:t>
            </a:r>
            <a:r>
              <a:rPr lang="en-US" sz="32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694DB4-AF1E-5126-2E7E-66B0798C7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21" y="1712974"/>
            <a:ext cx="7277515" cy="15696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970CBB-76E3-6C27-272E-4787924977D4}"/>
              </a:ext>
            </a:extLst>
          </p:cNvPr>
          <p:cNvSpPr/>
          <p:nvPr/>
        </p:nvSpPr>
        <p:spPr>
          <a:xfrm>
            <a:off x="2560436" y="2924858"/>
            <a:ext cx="3074820" cy="357775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A11F21-F207-7346-4504-93ED08C10E68}"/>
              </a:ext>
            </a:extLst>
          </p:cNvPr>
          <p:cNvCxnSpPr/>
          <p:nvPr/>
        </p:nvCxnSpPr>
        <p:spPr>
          <a:xfrm flipV="1">
            <a:off x="2753833" y="3282633"/>
            <a:ext cx="265814" cy="37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53D2F2-59B1-64AB-5D62-25649114DF73}"/>
              </a:ext>
            </a:extLst>
          </p:cNvPr>
          <p:cNvCxnSpPr>
            <a:cxnSpLocks/>
          </p:cNvCxnSpPr>
          <p:nvPr/>
        </p:nvCxnSpPr>
        <p:spPr>
          <a:xfrm flipH="1" flipV="1">
            <a:off x="4682759" y="3260348"/>
            <a:ext cx="435046" cy="397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07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9C08C-7277-9439-618B-17C3EB19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9287-FBEE-E035-ABDB-A34D0D8E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Setting up a basic model in SAS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8FD1C2-D384-0011-70E2-8BB1D632F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64" y="1588127"/>
            <a:ext cx="7555773" cy="29838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F818CF-2A2B-C5C0-E31B-CC2251C093A2}"/>
              </a:ext>
            </a:extLst>
          </p:cNvPr>
          <p:cNvSpPr/>
          <p:nvPr/>
        </p:nvSpPr>
        <p:spPr>
          <a:xfrm>
            <a:off x="2286000" y="2212026"/>
            <a:ext cx="1977656" cy="254728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370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4062-B7A7-2F42-0D25-BCF147D3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657"/>
            <a:ext cx="10515600" cy="1325563"/>
          </a:xfrm>
        </p:spPr>
        <p:txBody>
          <a:bodyPr/>
          <a:lstStyle/>
          <a:p>
            <a:r>
              <a:rPr lang="en-US" dirty="0"/>
              <a:t>Step 2: Examine residuals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554BBD-688D-5320-F4E0-6646CA4A6E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7"/>
          <a:stretch/>
        </p:blipFill>
        <p:spPr>
          <a:xfrm>
            <a:off x="414670" y="2057120"/>
            <a:ext cx="6250061" cy="465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0CA8A8-637C-F11E-88BB-C1853DA39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691" y="2518970"/>
            <a:ext cx="3905250" cy="3733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12ACBD-4006-87B7-20A4-B9D9F29CF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87" y="1302695"/>
            <a:ext cx="5838825" cy="5619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04EBFE-062F-9273-BC21-B70C3D457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278" y="1672220"/>
            <a:ext cx="5172075" cy="55245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3EA6407-2AA9-5262-CC49-74421F8FFBDC}"/>
              </a:ext>
            </a:extLst>
          </p:cNvPr>
          <p:cNvCxnSpPr/>
          <p:nvPr/>
        </p:nvCxnSpPr>
        <p:spPr>
          <a:xfrm flipH="1">
            <a:off x="10090298" y="2224670"/>
            <a:ext cx="606055" cy="55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AD516A5-310B-DEA0-A731-EABD0622324A}"/>
              </a:ext>
            </a:extLst>
          </p:cNvPr>
          <p:cNvCxnSpPr>
            <a:cxnSpLocks/>
          </p:cNvCxnSpPr>
          <p:nvPr/>
        </p:nvCxnSpPr>
        <p:spPr>
          <a:xfrm flipH="1">
            <a:off x="4906241" y="1864670"/>
            <a:ext cx="449482" cy="46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74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EFCF-A844-B82A-3BC4-E1351D4C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1b. Setting up a GLM in 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F16F7-6D33-83A9-2AD4-3C98D949CD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7"/>
          <a:stretch/>
        </p:blipFill>
        <p:spPr>
          <a:xfrm>
            <a:off x="838200" y="1796127"/>
            <a:ext cx="7285220" cy="22123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95DA78A-5187-184E-13E6-7BFCD53942BB}"/>
              </a:ext>
            </a:extLst>
          </p:cNvPr>
          <p:cNvSpPr/>
          <p:nvPr/>
        </p:nvSpPr>
        <p:spPr>
          <a:xfrm>
            <a:off x="4338084" y="2743200"/>
            <a:ext cx="1594883" cy="255181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5DA072-F6C4-1530-4BDD-29D5544B93F1}"/>
              </a:ext>
            </a:extLst>
          </p:cNvPr>
          <p:cNvSpPr/>
          <p:nvPr/>
        </p:nvSpPr>
        <p:spPr>
          <a:xfrm>
            <a:off x="1669312" y="2254102"/>
            <a:ext cx="1594883" cy="255181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B8C85-E259-E61E-653E-A6DE916F4A75}"/>
              </a:ext>
            </a:extLst>
          </p:cNvPr>
          <p:cNvSpPr txBox="1"/>
          <p:nvPr/>
        </p:nvSpPr>
        <p:spPr>
          <a:xfrm>
            <a:off x="1926321" y="4466449"/>
            <a:ext cx="80132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log⁡(</a:t>
            </a:r>
            <a:r>
              <a:rPr lang="el-GR" sz="3200" dirty="0"/>
              <a:t>λ</a:t>
            </a:r>
            <a:r>
              <a:rPr lang="en-US" sz="3200" baseline="-25000" dirty="0" err="1"/>
              <a:t>ij</a:t>
            </a:r>
            <a:r>
              <a:rPr lang="en-US" sz="3200" dirty="0"/>
              <a:t>)=</a:t>
            </a:r>
            <a:r>
              <a:rPr lang="el-GR" sz="3200" dirty="0"/>
              <a:t>β</a:t>
            </a:r>
            <a:r>
              <a:rPr lang="el-GR" sz="3200" baseline="-25000" dirty="0"/>
              <a:t>0</a:t>
            </a:r>
            <a:r>
              <a:rPr lang="el-GR" sz="3200" dirty="0"/>
              <a:t>+β</a:t>
            </a:r>
            <a:r>
              <a:rPr lang="el-GR" sz="3200" baseline="-25000" dirty="0"/>
              <a:t>1</a:t>
            </a:r>
            <a:r>
              <a:rPr lang="el-GR" sz="3200" dirty="0"/>
              <a:t>(</a:t>
            </a:r>
            <a:r>
              <a:rPr lang="en-US" sz="3200" dirty="0" err="1"/>
              <a:t>lead</a:t>
            </a:r>
            <a:r>
              <a:rPr lang="en-US" sz="3200" baseline="-25000" dirty="0" err="1"/>
              <a:t>i</a:t>
            </a:r>
            <a:r>
              <a:rPr lang="en-US" sz="3200" dirty="0"/>
              <a:t>*</a:t>
            </a:r>
            <a:r>
              <a:rPr lang="en-US" sz="3200" dirty="0" err="1"/>
              <a:t>spray</a:t>
            </a:r>
            <a:r>
              <a:rPr lang="en-US" sz="3200" baseline="-25000" dirty="0" err="1"/>
              <a:t>j</a:t>
            </a:r>
            <a:r>
              <a:rPr lang="en-US" sz="3200" dirty="0"/>
              <a:t>)</a:t>
            </a:r>
          </a:p>
          <a:p>
            <a:pPr algn="ctr"/>
            <a:r>
              <a:rPr lang="en-US" sz="3200" dirty="0" err="1"/>
              <a:t>y</a:t>
            </a:r>
            <a:r>
              <a:rPr lang="en-US" sz="3200" baseline="-25000" dirty="0" err="1"/>
              <a:t>ij</a:t>
            </a:r>
            <a:r>
              <a:rPr lang="en-US" sz="3200" baseline="-25000" dirty="0"/>
              <a:t> </a:t>
            </a:r>
            <a:r>
              <a:rPr lang="en-US" sz="3200" dirty="0"/>
              <a:t>~ Poisson(</a:t>
            </a:r>
            <a:r>
              <a:rPr lang="el-GR" sz="3200" dirty="0"/>
              <a:t>λ</a:t>
            </a:r>
            <a:r>
              <a:rPr lang="en-US" sz="3200" baseline="-25000" dirty="0" err="1"/>
              <a:t>ij</a:t>
            </a:r>
            <a:r>
              <a:rPr lang="en-US" sz="3200" dirty="0"/>
              <a:t>) </a:t>
            </a:r>
            <a:endParaRPr lang="en-US" sz="3200" baseline="-2500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17033B4-638E-81BE-A6FC-B87E3B190D99}"/>
              </a:ext>
            </a:extLst>
          </p:cNvPr>
          <p:cNvSpPr/>
          <p:nvPr/>
        </p:nvSpPr>
        <p:spPr>
          <a:xfrm rot="17432505">
            <a:off x="6350444" y="2389412"/>
            <a:ext cx="1833822" cy="3014837"/>
          </a:xfrm>
          <a:custGeom>
            <a:avLst/>
            <a:gdLst>
              <a:gd name="connsiteX0" fmla="*/ 0 w 1592917"/>
              <a:gd name="connsiteY0" fmla="*/ 1720645 h 1794691"/>
              <a:gd name="connsiteX1" fmla="*/ 1524000 w 1592917"/>
              <a:gd name="connsiteY1" fmla="*/ 1592826 h 1794691"/>
              <a:gd name="connsiteX2" fmla="*/ 1189703 w 1592917"/>
              <a:gd name="connsiteY2" fmla="*/ 0 h 1794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2917" h="1794691">
                <a:moveTo>
                  <a:pt x="0" y="1720645"/>
                </a:moveTo>
                <a:cubicBezTo>
                  <a:pt x="662858" y="1800122"/>
                  <a:pt x="1325716" y="1879600"/>
                  <a:pt x="1524000" y="1592826"/>
                </a:cubicBezTo>
                <a:cubicBezTo>
                  <a:pt x="1722284" y="1306052"/>
                  <a:pt x="1455993" y="653026"/>
                  <a:pt x="1189703" y="0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062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1C7C-4DAC-86CA-FF44-7910F0FA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2b. Check residues and overdispersion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5D61C-66A0-4B1E-1CD8-B01B88EC6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61" y="2235380"/>
            <a:ext cx="5688637" cy="4257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918BA-B76A-0A37-AB8B-2A59AD294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98" y="1690688"/>
            <a:ext cx="5600700" cy="476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2A0ABE-BFF6-9EE6-A0A1-99F910FB7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919" y="2648149"/>
            <a:ext cx="3790950" cy="3714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D82C96-D2B1-CA49-2263-BA7DB0D46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920" y="1486784"/>
            <a:ext cx="5019675" cy="4762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BD13E9D-2368-08CA-C24B-A6575A55B180}"/>
              </a:ext>
            </a:extLst>
          </p:cNvPr>
          <p:cNvSpPr/>
          <p:nvPr/>
        </p:nvSpPr>
        <p:spPr>
          <a:xfrm>
            <a:off x="9617147" y="5454502"/>
            <a:ext cx="723013" cy="7354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99FD1E-7595-E6A4-6B7B-05CA0F4DEA4A}"/>
              </a:ext>
            </a:extLst>
          </p:cNvPr>
          <p:cNvSpPr/>
          <p:nvPr/>
        </p:nvSpPr>
        <p:spPr>
          <a:xfrm>
            <a:off x="3732157" y="1759131"/>
            <a:ext cx="2261019" cy="407808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964F40-F854-C466-CAED-29FF8BFD399F}"/>
              </a:ext>
            </a:extLst>
          </p:cNvPr>
          <p:cNvSpPr/>
          <p:nvPr/>
        </p:nvSpPr>
        <p:spPr>
          <a:xfrm>
            <a:off x="9486537" y="1685673"/>
            <a:ext cx="2261019" cy="407808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48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C676-AFFB-6B7E-D1F3-1AF192EB2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1CE3-BD1E-9703-E7BE-59EF93B57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2b. Check residues and overdispersion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D8145-08A6-C683-004D-1777286D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61" y="2235380"/>
            <a:ext cx="5688637" cy="4257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0C74A-DF34-47E4-6D25-217D2BE62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98" y="1690688"/>
            <a:ext cx="5600700" cy="476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35FBEF-3BED-9051-584F-5D625736F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919" y="2648149"/>
            <a:ext cx="3790950" cy="3714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5788DB-339A-105F-EAE3-D71EDB200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920" y="1486784"/>
            <a:ext cx="5019675" cy="4762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1D64F7-274A-E982-B147-C5E8C5233346}"/>
              </a:ext>
            </a:extLst>
          </p:cNvPr>
          <p:cNvSpPr/>
          <p:nvPr/>
        </p:nvSpPr>
        <p:spPr>
          <a:xfrm>
            <a:off x="9617147" y="5465134"/>
            <a:ext cx="723013" cy="7247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5B2A16-26DA-DA04-41D9-07FFCCED6C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917" r="84176" b="3602"/>
          <a:stretch/>
        </p:blipFill>
        <p:spPr>
          <a:xfrm>
            <a:off x="8209753" y="2235380"/>
            <a:ext cx="3537803" cy="17534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F13192-FAD1-81BB-503F-89B5B8A36A69}"/>
              </a:ext>
            </a:extLst>
          </p:cNvPr>
          <p:cNvSpPr/>
          <p:nvPr/>
        </p:nvSpPr>
        <p:spPr>
          <a:xfrm>
            <a:off x="3732157" y="1759131"/>
            <a:ext cx="2261019" cy="407808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CFD09A-1845-23FE-5B3C-16C482AF03C5}"/>
              </a:ext>
            </a:extLst>
          </p:cNvPr>
          <p:cNvSpPr/>
          <p:nvPr/>
        </p:nvSpPr>
        <p:spPr>
          <a:xfrm>
            <a:off x="9486537" y="1685673"/>
            <a:ext cx="2261019" cy="407808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1BAFB9-5105-960C-02AF-0CF2FA5651D7}"/>
              </a:ext>
            </a:extLst>
          </p:cNvPr>
          <p:cNvSpPr/>
          <p:nvPr/>
        </p:nvSpPr>
        <p:spPr>
          <a:xfrm>
            <a:off x="10790826" y="2812347"/>
            <a:ext cx="956730" cy="3971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8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81F8-A3A9-68CC-46D3-917B34DD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079" y="365125"/>
            <a:ext cx="11536325" cy="1325563"/>
          </a:xfrm>
        </p:spPr>
        <p:txBody>
          <a:bodyPr/>
          <a:lstStyle/>
          <a:p>
            <a:r>
              <a:rPr lang="en-US" dirty="0"/>
              <a:t>Step 1c. Update the GLM to correct overdispersion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26DC99-702C-B3B3-F72B-B90365257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409" y="1817281"/>
            <a:ext cx="5695950" cy="11811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E53FA2-2408-99D6-3F33-F70356A199C1}"/>
              </a:ext>
            </a:extLst>
          </p:cNvPr>
          <p:cNvSpPr/>
          <p:nvPr/>
        </p:nvSpPr>
        <p:spPr>
          <a:xfrm>
            <a:off x="4338084" y="2743200"/>
            <a:ext cx="1594883" cy="255181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2084F-6EA1-8A88-4F3D-6B5482C28529}"/>
              </a:ext>
            </a:extLst>
          </p:cNvPr>
          <p:cNvSpPr txBox="1"/>
          <p:nvPr/>
        </p:nvSpPr>
        <p:spPr>
          <a:xfrm>
            <a:off x="-132851" y="3924300"/>
            <a:ext cx="80132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log⁡(</a:t>
            </a:r>
            <a:r>
              <a:rPr lang="el-GR" sz="3200" dirty="0"/>
              <a:t>λ</a:t>
            </a:r>
            <a:r>
              <a:rPr lang="en-US" sz="3200" baseline="-25000" dirty="0" err="1"/>
              <a:t>ij</a:t>
            </a:r>
            <a:r>
              <a:rPr lang="en-US" sz="3200" dirty="0"/>
              <a:t>)=</a:t>
            </a:r>
            <a:r>
              <a:rPr lang="el-GR" sz="3200" dirty="0"/>
              <a:t>β</a:t>
            </a:r>
            <a:r>
              <a:rPr lang="el-GR" sz="3200" baseline="-25000" dirty="0"/>
              <a:t>0</a:t>
            </a:r>
            <a:r>
              <a:rPr lang="el-GR" sz="3200" dirty="0"/>
              <a:t>+β</a:t>
            </a:r>
            <a:r>
              <a:rPr lang="el-GR" sz="3200" baseline="-25000" dirty="0"/>
              <a:t>1</a:t>
            </a:r>
            <a:r>
              <a:rPr lang="el-GR" sz="3200" dirty="0"/>
              <a:t>(</a:t>
            </a:r>
            <a:r>
              <a:rPr lang="en-US" sz="3200" dirty="0" err="1"/>
              <a:t>lead</a:t>
            </a:r>
            <a:r>
              <a:rPr lang="en-US" sz="3200" baseline="-25000" dirty="0" err="1"/>
              <a:t>i</a:t>
            </a:r>
            <a:r>
              <a:rPr lang="en-US" sz="3200" dirty="0"/>
              <a:t>*</a:t>
            </a:r>
            <a:r>
              <a:rPr lang="en-US" sz="3200" dirty="0" err="1"/>
              <a:t>spray</a:t>
            </a:r>
            <a:r>
              <a:rPr lang="en-US" sz="3200" baseline="-25000" dirty="0" err="1"/>
              <a:t>j</a:t>
            </a:r>
            <a:r>
              <a:rPr lang="en-US" sz="3200" dirty="0"/>
              <a:t>)</a:t>
            </a:r>
          </a:p>
          <a:p>
            <a:pPr algn="ctr"/>
            <a:r>
              <a:rPr lang="en-US" sz="3200" dirty="0" err="1"/>
              <a:t>y</a:t>
            </a:r>
            <a:r>
              <a:rPr lang="en-US" sz="3200" baseline="-25000" dirty="0" err="1"/>
              <a:t>ij</a:t>
            </a:r>
            <a:r>
              <a:rPr lang="en-US" sz="3200" baseline="-25000" dirty="0"/>
              <a:t> </a:t>
            </a:r>
            <a:r>
              <a:rPr lang="en-US" sz="3200" dirty="0"/>
              <a:t>~ Negative Binomial(</a:t>
            </a:r>
            <a:r>
              <a:rPr lang="el-GR" sz="3200" dirty="0"/>
              <a:t>μ</a:t>
            </a:r>
            <a:r>
              <a:rPr lang="en-US" sz="3200" baseline="-25000" dirty="0" err="1"/>
              <a:t>ij</a:t>
            </a:r>
            <a:r>
              <a:rPr lang="en-US" sz="3200" dirty="0"/>
              <a:t>, φ</a:t>
            </a:r>
            <a:r>
              <a:rPr lang="en-US" sz="3200" baseline="-25000" dirty="0"/>
              <a:t> </a:t>
            </a:r>
            <a:r>
              <a:rPr lang="en-US" sz="3200" baseline="-25000" dirty="0" err="1"/>
              <a:t>ij</a:t>
            </a:r>
            <a:r>
              <a:rPr lang="en-US" sz="3200" dirty="0"/>
              <a:t>) </a:t>
            </a:r>
            <a:endParaRPr lang="en-US" sz="3200" baseline="-2500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98455A5-5C12-3C57-8273-827DFC7416BD}"/>
              </a:ext>
            </a:extLst>
          </p:cNvPr>
          <p:cNvSpPr/>
          <p:nvPr/>
        </p:nvSpPr>
        <p:spPr>
          <a:xfrm>
            <a:off x="2320299" y="3054624"/>
            <a:ext cx="314632" cy="893532"/>
          </a:xfrm>
          <a:custGeom>
            <a:avLst/>
            <a:gdLst>
              <a:gd name="connsiteX0" fmla="*/ 3465503 w 3465503"/>
              <a:gd name="connsiteY0" fmla="*/ 0 h 1126156"/>
              <a:gd name="connsiteX1" fmla="*/ 1992837 w 3465503"/>
              <a:gd name="connsiteY1" fmla="*/ 529389 h 1126156"/>
              <a:gd name="connsiteX2" fmla="*/ 327667 w 3465503"/>
              <a:gd name="connsiteY2" fmla="*/ 596766 h 1126156"/>
              <a:gd name="connsiteX3" fmla="*/ 408 w 3465503"/>
              <a:gd name="connsiteY3" fmla="*/ 1126156 h 112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5503" h="1126156">
                <a:moveTo>
                  <a:pt x="3465503" y="0"/>
                </a:moveTo>
                <a:cubicBezTo>
                  <a:pt x="2990656" y="214964"/>
                  <a:pt x="2515810" y="429928"/>
                  <a:pt x="1992837" y="529389"/>
                </a:cubicBezTo>
                <a:cubicBezTo>
                  <a:pt x="1469864" y="628850"/>
                  <a:pt x="659738" y="497305"/>
                  <a:pt x="327667" y="596766"/>
                </a:cubicBezTo>
                <a:cubicBezTo>
                  <a:pt x="-4405" y="696227"/>
                  <a:pt x="-1999" y="911191"/>
                  <a:pt x="408" y="1126156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C3D5474-D15B-EA4C-1AAA-AFDA58C40541}"/>
              </a:ext>
            </a:extLst>
          </p:cNvPr>
          <p:cNvSpPr/>
          <p:nvPr/>
        </p:nvSpPr>
        <p:spPr>
          <a:xfrm flipH="1">
            <a:off x="3912781" y="3076178"/>
            <a:ext cx="865583" cy="848122"/>
          </a:xfrm>
          <a:custGeom>
            <a:avLst/>
            <a:gdLst>
              <a:gd name="connsiteX0" fmla="*/ 3465503 w 3465503"/>
              <a:gd name="connsiteY0" fmla="*/ 0 h 1126156"/>
              <a:gd name="connsiteX1" fmla="*/ 1992837 w 3465503"/>
              <a:gd name="connsiteY1" fmla="*/ 529389 h 1126156"/>
              <a:gd name="connsiteX2" fmla="*/ 327667 w 3465503"/>
              <a:gd name="connsiteY2" fmla="*/ 596766 h 1126156"/>
              <a:gd name="connsiteX3" fmla="*/ 408 w 3465503"/>
              <a:gd name="connsiteY3" fmla="*/ 1126156 h 112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5503" h="1126156">
                <a:moveTo>
                  <a:pt x="3465503" y="0"/>
                </a:moveTo>
                <a:cubicBezTo>
                  <a:pt x="2990656" y="214964"/>
                  <a:pt x="2515810" y="429928"/>
                  <a:pt x="1992837" y="529389"/>
                </a:cubicBezTo>
                <a:cubicBezTo>
                  <a:pt x="1469864" y="628850"/>
                  <a:pt x="659738" y="497305"/>
                  <a:pt x="327667" y="596766"/>
                </a:cubicBezTo>
                <a:cubicBezTo>
                  <a:pt x="-4405" y="696227"/>
                  <a:pt x="-1999" y="911191"/>
                  <a:pt x="408" y="1126156"/>
                </a:cubicBezTo>
              </a:path>
            </a:pathLst>
          </a:custGeom>
          <a:noFill/>
          <a:ln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7DE352-BCEC-51A0-B30A-8D07DE851614}"/>
              </a:ext>
            </a:extLst>
          </p:cNvPr>
          <p:cNvSpPr/>
          <p:nvPr/>
        </p:nvSpPr>
        <p:spPr>
          <a:xfrm rot="18019136">
            <a:off x="5614993" y="2714161"/>
            <a:ext cx="1265861" cy="2009772"/>
          </a:xfrm>
          <a:custGeom>
            <a:avLst/>
            <a:gdLst>
              <a:gd name="connsiteX0" fmla="*/ 0 w 1592917"/>
              <a:gd name="connsiteY0" fmla="*/ 1720645 h 1794691"/>
              <a:gd name="connsiteX1" fmla="*/ 1524000 w 1592917"/>
              <a:gd name="connsiteY1" fmla="*/ 1592826 h 1794691"/>
              <a:gd name="connsiteX2" fmla="*/ 1189703 w 1592917"/>
              <a:gd name="connsiteY2" fmla="*/ 0 h 1794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2917" h="1794691">
                <a:moveTo>
                  <a:pt x="0" y="1720645"/>
                </a:moveTo>
                <a:cubicBezTo>
                  <a:pt x="662858" y="1800122"/>
                  <a:pt x="1325716" y="1879600"/>
                  <a:pt x="1524000" y="1592826"/>
                </a:cubicBezTo>
                <a:cubicBezTo>
                  <a:pt x="1722284" y="1306052"/>
                  <a:pt x="1455993" y="653026"/>
                  <a:pt x="1189703" y="0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01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A4E0-FD82-B9A5-0B42-F670C9824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2c. Check residues and overdispersion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918F0-D76E-3517-BF12-EC358B087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89" y="2296633"/>
            <a:ext cx="5865317" cy="4391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6EA7EF-A653-D7B0-1A58-69BB8865D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98" y="1690688"/>
            <a:ext cx="5600700" cy="476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FC83AB-2E4C-75CF-1309-4B1242242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692" y="2639643"/>
            <a:ext cx="3695700" cy="3705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F723CF-E809-9133-708C-47A26EB89C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8692" y="1690688"/>
            <a:ext cx="4866610" cy="4901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325965-F2EA-1A4D-CB0C-742FF6FE0C7F}"/>
              </a:ext>
            </a:extLst>
          </p:cNvPr>
          <p:cNvSpPr/>
          <p:nvPr/>
        </p:nvSpPr>
        <p:spPr>
          <a:xfrm>
            <a:off x="9856381" y="5826641"/>
            <a:ext cx="717695" cy="46127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27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C191-037F-D726-6730-97A0BBC9C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D95C-7C76-A767-D82B-96511F8F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2c. Check residues and overdispersion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A17F61-6F25-DF75-AD7A-84CD51C00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89" y="2296633"/>
            <a:ext cx="5865317" cy="4391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2ACF22-FDCB-C779-2F6C-BBEF62FF5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98" y="1690688"/>
            <a:ext cx="5600700" cy="476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F97BB7-1BB4-B930-7C5D-B2F9D90B7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692" y="2639643"/>
            <a:ext cx="3695700" cy="3705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8944F0-E9D5-B589-707A-289BD913E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8692" y="1690688"/>
            <a:ext cx="4866610" cy="490162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1A307C-4EBD-17D1-1680-375251924A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79" r="87177" b="3602"/>
          <a:stretch/>
        </p:blipFill>
        <p:spPr>
          <a:xfrm>
            <a:off x="8255362" y="2398459"/>
            <a:ext cx="3403349" cy="16559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DC229E-7A42-7BBD-5CEC-E91276243B76}"/>
              </a:ext>
            </a:extLst>
          </p:cNvPr>
          <p:cNvSpPr/>
          <p:nvPr/>
        </p:nvSpPr>
        <p:spPr>
          <a:xfrm>
            <a:off x="9856381" y="5826641"/>
            <a:ext cx="717695" cy="46127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DB82FF-FD95-F00A-6CC7-3321640E3C0F}"/>
              </a:ext>
            </a:extLst>
          </p:cNvPr>
          <p:cNvSpPr/>
          <p:nvPr/>
        </p:nvSpPr>
        <p:spPr>
          <a:xfrm>
            <a:off x="10556783" y="2765167"/>
            <a:ext cx="797017" cy="3501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8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6D43-CCF2-FA0D-7AF8-1F0E364C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1d. Update the GLM to correct </a:t>
            </a:r>
            <a:r>
              <a:rPr lang="en-US" dirty="0" err="1"/>
              <a:t>overdisp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4F8E7-DCEC-4146-FD29-AB837CC24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216"/>
          <a:stretch/>
        </p:blipFill>
        <p:spPr>
          <a:xfrm>
            <a:off x="604173" y="1635011"/>
            <a:ext cx="7519354" cy="16291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C3922B-6720-DF17-4953-657E32D3CEBC}"/>
              </a:ext>
            </a:extLst>
          </p:cNvPr>
          <p:cNvSpPr/>
          <p:nvPr/>
        </p:nvSpPr>
        <p:spPr>
          <a:xfrm>
            <a:off x="2089354" y="2996683"/>
            <a:ext cx="3732028" cy="267511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F3B5E-9C3A-8863-E6F0-2F5941CB6348}"/>
              </a:ext>
            </a:extLst>
          </p:cNvPr>
          <p:cNvSpPr txBox="1"/>
          <p:nvPr/>
        </p:nvSpPr>
        <p:spPr>
          <a:xfrm>
            <a:off x="110236" y="3995471"/>
            <a:ext cx="80132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log⁡(</a:t>
            </a:r>
            <a:r>
              <a:rPr lang="el-GR" sz="3200" dirty="0"/>
              <a:t>μ</a:t>
            </a:r>
            <a:r>
              <a:rPr lang="en-US" sz="3200" baseline="-25000" dirty="0" err="1"/>
              <a:t>ijk</a:t>
            </a:r>
            <a:r>
              <a:rPr lang="en-US" sz="3200" dirty="0"/>
              <a:t>) = </a:t>
            </a:r>
            <a:r>
              <a:rPr lang="el-GR" sz="3200" dirty="0"/>
              <a:t>β</a:t>
            </a:r>
            <a:r>
              <a:rPr lang="el-GR" sz="3200" baseline="-25000" dirty="0"/>
              <a:t>0</a:t>
            </a:r>
            <a:r>
              <a:rPr lang="en-US" sz="3200" baseline="-25000" dirty="0"/>
              <a:t> </a:t>
            </a:r>
            <a:r>
              <a:rPr lang="el-GR" sz="3200" dirty="0"/>
              <a:t>+</a:t>
            </a:r>
            <a:r>
              <a:rPr lang="en-US" sz="3200" dirty="0"/>
              <a:t> </a:t>
            </a:r>
            <a:r>
              <a:rPr lang="el-GR" sz="3200" dirty="0"/>
              <a:t>β</a:t>
            </a:r>
            <a:r>
              <a:rPr lang="el-GR" sz="3200" baseline="-25000" dirty="0"/>
              <a:t>1</a:t>
            </a:r>
            <a:r>
              <a:rPr lang="el-GR" sz="3200" dirty="0"/>
              <a:t>(</a:t>
            </a:r>
            <a:r>
              <a:rPr lang="en-US" sz="3200" dirty="0" err="1"/>
              <a:t>lead</a:t>
            </a:r>
            <a:r>
              <a:rPr lang="en-US" sz="3200" baseline="-25000" dirty="0" err="1"/>
              <a:t>i</a:t>
            </a:r>
            <a:r>
              <a:rPr lang="en-US" sz="3200" dirty="0"/>
              <a:t>*</a:t>
            </a:r>
            <a:r>
              <a:rPr lang="en-US" sz="3200" dirty="0" err="1"/>
              <a:t>spray</a:t>
            </a:r>
            <a:r>
              <a:rPr lang="en-US" sz="3200" baseline="-25000" dirty="0" err="1"/>
              <a:t>j</a:t>
            </a:r>
            <a:r>
              <a:rPr lang="en-US" sz="3200" dirty="0"/>
              <a:t>) + </a:t>
            </a:r>
            <a:r>
              <a:rPr lang="en-US" sz="3200" i="1" dirty="0"/>
              <a:t>b</a:t>
            </a:r>
            <a:r>
              <a:rPr lang="en-US" sz="3200" baseline="-25000" dirty="0"/>
              <a:t>k</a:t>
            </a:r>
            <a:endParaRPr lang="en-US" sz="3200" dirty="0"/>
          </a:p>
          <a:p>
            <a:pPr algn="ctr"/>
            <a:r>
              <a:rPr lang="en-US" sz="3200" dirty="0" err="1"/>
              <a:t>y</a:t>
            </a:r>
            <a:r>
              <a:rPr lang="en-US" sz="3200" baseline="-25000" dirty="0" err="1"/>
              <a:t>ij</a:t>
            </a:r>
            <a:r>
              <a:rPr lang="en-US" sz="3200" baseline="-25000" dirty="0"/>
              <a:t> </a:t>
            </a:r>
            <a:r>
              <a:rPr lang="en-US" sz="3200" dirty="0"/>
              <a:t>~ Negative </a:t>
            </a:r>
            <a:r>
              <a:rPr lang="en-US" sz="3200" dirty="0" err="1"/>
              <a:t>Bionomial</a:t>
            </a:r>
            <a:r>
              <a:rPr lang="en-US" sz="3200" dirty="0"/>
              <a:t>(</a:t>
            </a:r>
            <a:r>
              <a:rPr lang="el-GR" sz="3200" dirty="0"/>
              <a:t>μ</a:t>
            </a:r>
            <a:r>
              <a:rPr lang="en-US" sz="3200" baseline="-25000" dirty="0" err="1"/>
              <a:t>ij</a:t>
            </a:r>
            <a:r>
              <a:rPr lang="en-US" sz="3200" dirty="0"/>
              <a:t>, φ</a:t>
            </a:r>
            <a:r>
              <a:rPr lang="en-US" sz="3200" baseline="-25000" dirty="0"/>
              <a:t> </a:t>
            </a:r>
            <a:r>
              <a:rPr lang="en-US" sz="3200" baseline="-25000" dirty="0" err="1"/>
              <a:t>ij</a:t>
            </a:r>
            <a:r>
              <a:rPr lang="en-US" sz="3200" dirty="0"/>
              <a:t>) </a:t>
            </a:r>
            <a:endParaRPr lang="en-US" sz="3200" baseline="-250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C715BB-DA42-62B1-6895-6BA2450E136C}"/>
              </a:ext>
            </a:extLst>
          </p:cNvPr>
          <p:cNvSpPr/>
          <p:nvPr/>
        </p:nvSpPr>
        <p:spPr>
          <a:xfrm>
            <a:off x="1845974" y="2928688"/>
            <a:ext cx="678426" cy="1066783"/>
          </a:xfrm>
          <a:custGeom>
            <a:avLst/>
            <a:gdLst>
              <a:gd name="connsiteX0" fmla="*/ 3465503 w 3465503"/>
              <a:gd name="connsiteY0" fmla="*/ 0 h 1126156"/>
              <a:gd name="connsiteX1" fmla="*/ 1992837 w 3465503"/>
              <a:gd name="connsiteY1" fmla="*/ 529389 h 1126156"/>
              <a:gd name="connsiteX2" fmla="*/ 327667 w 3465503"/>
              <a:gd name="connsiteY2" fmla="*/ 596766 h 1126156"/>
              <a:gd name="connsiteX3" fmla="*/ 408 w 3465503"/>
              <a:gd name="connsiteY3" fmla="*/ 1126156 h 112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5503" h="1126156">
                <a:moveTo>
                  <a:pt x="3465503" y="0"/>
                </a:moveTo>
                <a:cubicBezTo>
                  <a:pt x="2990656" y="214964"/>
                  <a:pt x="2515810" y="429928"/>
                  <a:pt x="1992837" y="529389"/>
                </a:cubicBezTo>
                <a:cubicBezTo>
                  <a:pt x="1469864" y="628850"/>
                  <a:pt x="659738" y="497305"/>
                  <a:pt x="327667" y="596766"/>
                </a:cubicBezTo>
                <a:cubicBezTo>
                  <a:pt x="-4405" y="696227"/>
                  <a:pt x="-1999" y="911191"/>
                  <a:pt x="408" y="1126156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724BC4-6E1D-94C2-0E03-450A8AD608E6}"/>
              </a:ext>
            </a:extLst>
          </p:cNvPr>
          <p:cNvSpPr/>
          <p:nvPr/>
        </p:nvSpPr>
        <p:spPr>
          <a:xfrm flipH="1">
            <a:off x="3848985" y="2918254"/>
            <a:ext cx="1172463" cy="1077218"/>
          </a:xfrm>
          <a:custGeom>
            <a:avLst/>
            <a:gdLst>
              <a:gd name="connsiteX0" fmla="*/ 3465503 w 3465503"/>
              <a:gd name="connsiteY0" fmla="*/ 0 h 1126156"/>
              <a:gd name="connsiteX1" fmla="*/ 1992837 w 3465503"/>
              <a:gd name="connsiteY1" fmla="*/ 529389 h 1126156"/>
              <a:gd name="connsiteX2" fmla="*/ 327667 w 3465503"/>
              <a:gd name="connsiteY2" fmla="*/ 596766 h 1126156"/>
              <a:gd name="connsiteX3" fmla="*/ 408 w 3465503"/>
              <a:gd name="connsiteY3" fmla="*/ 1126156 h 112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5503" h="1126156">
                <a:moveTo>
                  <a:pt x="3465503" y="0"/>
                </a:moveTo>
                <a:cubicBezTo>
                  <a:pt x="2990656" y="214964"/>
                  <a:pt x="2515810" y="429928"/>
                  <a:pt x="1992837" y="529389"/>
                </a:cubicBezTo>
                <a:cubicBezTo>
                  <a:pt x="1469864" y="628850"/>
                  <a:pt x="659738" y="497305"/>
                  <a:pt x="327667" y="596766"/>
                </a:cubicBezTo>
                <a:cubicBezTo>
                  <a:pt x="-4405" y="696227"/>
                  <a:pt x="-1999" y="911191"/>
                  <a:pt x="408" y="1126156"/>
                </a:cubicBezTo>
              </a:path>
            </a:pathLst>
          </a:custGeom>
          <a:noFill/>
          <a:ln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A80114A-1EDF-AD03-F083-29BCC3B86075}"/>
              </a:ext>
            </a:extLst>
          </p:cNvPr>
          <p:cNvSpPr/>
          <p:nvPr/>
        </p:nvSpPr>
        <p:spPr>
          <a:xfrm rot="17858632">
            <a:off x="5608712" y="2534422"/>
            <a:ext cx="1599782" cy="2233399"/>
          </a:xfrm>
          <a:custGeom>
            <a:avLst/>
            <a:gdLst>
              <a:gd name="connsiteX0" fmla="*/ 0 w 1592917"/>
              <a:gd name="connsiteY0" fmla="*/ 1720645 h 1794691"/>
              <a:gd name="connsiteX1" fmla="*/ 1524000 w 1592917"/>
              <a:gd name="connsiteY1" fmla="*/ 1592826 h 1794691"/>
              <a:gd name="connsiteX2" fmla="*/ 1189703 w 1592917"/>
              <a:gd name="connsiteY2" fmla="*/ 0 h 1794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2917" h="1794691">
                <a:moveTo>
                  <a:pt x="0" y="1720645"/>
                </a:moveTo>
                <a:cubicBezTo>
                  <a:pt x="662858" y="1800122"/>
                  <a:pt x="1325716" y="1879600"/>
                  <a:pt x="1524000" y="1592826"/>
                </a:cubicBezTo>
                <a:cubicBezTo>
                  <a:pt x="1722284" y="1306052"/>
                  <a:pt x="1455993" y="653026"/>
                  <a:pt x="1189703" y="0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F5B4CA1-C80F-3E89-FD85-C539BD11014B}"/>
              </a:ext>
            </a:extLst>
          </p:cNvPr>
          <p:cNvSpPr/>
          <p:nvPr/>
        </p:nvSpPr>
        <p:spPr>
          <a:xfrm flipH="1">
            <a:off x="5056206" y="3264194"/>
            <a:ext cx="1719007" cy="808076"/>
          </a:xfrm>
          <a:custGeom>
            <a:avLst/>
            <a:gdLst>
              <a:gd name="connsiteX0" fmla="*/ 3465503 w 3465503"/>
              <a:gd name="connsiteY0" fmla="*/ 0 h 1126156"/>
              <a:gd name="connsiteX1" fmla="*/ 1992837 w 3465503"/>
              <a:gd name="connsiteY1" fmla="*/ 529389 h 1126156"/>
              <a:gd name="connsiteX2" fmla="*/ 327667 w 3465503"/>
              <a:gd name="connsiteY2" fmla="*/ 596766 h 1126156"/>
              <a:gd name="connsiteX3" fmla="*/ 408 w 3465503"/>
              <a:gd name="connsiteY3" fmla="*/ 1126156 h 112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5503" h="1126156">
                <a:moveTo>
                  <a:pt x="3465503" y="0"/>
                </a:moveTo>
                <a:cubicBezTo>
                  <a:pt x="2990656" y="214964"/>
                  <a:pt x="2515810" y="429928"/>
                  <a:pt x="1992837" y="529389"/>
                </a:cubicBezTo>
                <a:cubicBezTo>
                  <a:pt x="1469864" y="628850"/>
                  <a:pt x="659738" y="497305"/>
                  <a:pt x="327667" y="596766"/>
                </a:cubicBezTo>
                <a:cubicBezTo>
                  <a:pt x="-4405" y="696227"/>
                  <a:pt x="-1999" y="911191"/>
                  <a:pt x="408" y="1126156"/>
                </a:cubicBezTo>
              </a:path>
            </a:pathLst>
          </a:custGeom>
          <a:noFill/>
          <a:ln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38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D08E-0F2D-55A5-C92E-6F37BCFA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2d. Check residuals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75BA96-8BD4-F479-25FB-F459E9C48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98" y="2052083"/>
            <a:ext cx="6008286" cy="4518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A9D416-9FDA-974D-DC93-E832AA834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98" y="1690688"/>
            <a:ext cx="560070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91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61B1AB-1C82-245C-C5C5-BD45A68CB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688" y="1383754"/>
            <a:ext cx="10301972" cy="2278777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4629B34-9AC2-9091-4619-24884B1D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block is good… but is it the best?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73B5E9-1EE8-835F-EA0E-DEFF84E8A7A6}"/>
              </a:ext>
            </a:extLst>
          </p:cNvPr>
          <p:cNvSpPr txBox="1">
            <a:spLocks/>
          </p:cNvSpPr>
          <p:nvPr/>
        </p:nvSpPr>
        <p:spPr>
          <a:xfrm>
            <a:off x="6753447" y="4359165"/>
            <a:ext cx="5856767" cy="1817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dirty="0"/>
              <a:t> model 		  df      AIC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dirty="0"/>
              <a:t>mod_nbinom      	  5       3052.969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dirty="0"/>
              <a:t>mod_nbinom_blk   6       3007.412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4D5F5B-3F44-8ABE-3AC2-82DA26A25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044" y="3662531"/>
            <a:ext cx="3965867" cy="30095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07F864A-C61C-8AA0-747C-A7225241AD1E}"/>
              </a:ext>
            </a:extLst>
          </p:cNvPr>
          <p:cNvSpPr/>
          <p:nvPr/>
        </p:nvSpPr>
        <p:spPr>
          <a:xfrm>
            <a:off x="1009701" y="2400622"/>
            <a:ext cx="3099591" cy="198208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365F34-E455-0315-FB79-CE9259121935}"/>
              </a:ext>
            </a:extLst>
          </p:cNvPr>
          <p:cNvSpPr/>
          <p:nvPr/>
        </p:nvSpPr>
        <p:spPr>
          <a:xfrm>
            <a:off x="8025483" y="2814137"/>
            <a:ext cx="2468852" cy="254220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F2755A-71A2-F323-F77A-00996C1DED81}"/>
              </a:ext>
            </a:extLst>
          </p:cNvPr>
          <p:cNvSpPr/>
          <p:nvPr/>
        </p:nvSpPr>
        <p:spPr>
          <a:xfrm>
            <a:off x="4882839" y="1563081"/>
            <a:ext cx="1517961" cy="277616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93FD7C-F92D-D95F-BDCF-F8540926876E}"/>
              </a:ext>
            </a:extLst>
          </p:cNvPr>
          <p:cNvCxnSpPr/>
          <p:nvPr/>
        </p:nvCxnSpPr>
        <p:spPr>
          <a:xfrm flipH="1">
            <a:off x="4750511" y="3015468"/>
            <a:ext cx="3476847" cy="2035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CB0CACE-76E2-AEDF-C084-BE9A68AB95E0}"/>
              </a:ext>
            </a:extLst>
          </p:cNvPr>
          <p:cNvSpPr/>
          <p:nvPr/>
        </p:nvSpPr>
        <p:spPr>
          <a:xfrm>
            <a:off x="3838353" y="4632544"/>
            <a:ext cx="792931" cy="290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1615D5-E5E0-31B5-0998-F5DFB5008200}"/>
              </a:ext>
            </a:extLst>
          </p:cNvPr>
          <p:cNvSpPr/>
          <p:nvPr/>
        </p:nvSpPr>
        <p:spPr>
          <a:xfrm>
            <a:off x="6706625" y="5425248"/>
            <a:ext cx="5350696" cy="42023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6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2DC57C8-BEF9-068C-A505-E7AFAACEE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832"/>
          <a:stretch/>
        </p:blipFill>
        <p:spPr>
          <a:xfrm>
            <a:off x="1064848" y="2702808"/>
            <a:ext cx="4493138" cy="14248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2FA6E7-68EE-C5C4-2379-6B3B30FF1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Check random effects and model basics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0990C6-2CED-26B4-68EA-7B32A80FF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30" r="74698" b="15895"/>
          <a:stretch/>
        </p:blipFill>
        <p:spPr>
          <a:xfrm>
            <a:off x="1358314" y="4181329"/>
            <a:ext cx="5338988" cy="13456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335617-037B-DC5B-261C-A18AA38B5513}"/>
              </a:ext>
            </a:extLst>
          </p:cNvPr>
          <p:cNvSpPr/>
          <p:nvPr/>
        </p:nvSpPr>
        <p:spPr>
          <a:xfrm>
            <a:off x="3570546" y="3183901"/>
            <a:ext cx="958924" cy="346108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2E664A-7D3C-A0A3-69D8-05D42BA5342A}"/>
              </a:ext>
            </a:extLst>
          </p:cNvPr>
          <p:cNvSpPr/>
          <p:nvPr/>
        </p:nvSpPr>
        <p:spPr>
          <a:xfrm>
            <a:off x="3232298" y="4673414"/>
            <a:ext cx="691117" cy="24509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54A201-8039-A1B0-1734-D5FFB561E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10189"/>
            <a:ext cx="9348133" cy="7931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CB0F0D-3395-5E68-867A-9A798648B76D}"/>
              </a:ext>
            </a:extLst>
          </p:cNvPr>
          <p:cNvSpPr/>
          <p:nvPr/>
        </p:nvSpPr>
        <p:spPr>
          <a:xfrm>
            <a:off x="4823084" y="2171329"/>
            <a:ext cx="1099427" cy="294129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68E527-142C-9CD7-B7F8-ECECDB536CCF}"/>
              </a:ext>
            </a:extLst>
          </p:cNvPr>
          <p:cNvSpPr/>
          <p:nvPr/>
        </p:nvSpPr>
        <p:spPr>
          <a:xfrm>
            <a:off x="1358315" y="5133415"/>
            <a:ext cx="4493138" cy="2883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7B46C6-D831-0DAC-6BEF-6DE31E2A1FC2}"/>
              </a:ext>
            </a:extLst>
          </p:cNvPr>
          <p:cNvCxnSpPr>
            <a:cxnSpLocks/>
          </p:cNvCxnSpPr>
          <p:nvPr/>
        </p:nvCxnSpPr>
        <p:spPr>
          <a:xfrm>
            <a:off x="5922511" y="5289615"/>
            <a:ext cx="182966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C325E0F-6AD5-E6CA-3B03-CFDCF08C9682}"/>
              </a:ext>
            </a:extLst>
          </p:cNvPr>
          <p:cNvSpPr txBox="1"/>
          <p:nvPr/>
        </p:nvSpPr>
        <p:spPr>
          <a:xfrm>
            <a:off x="7823233" y="4821624"/>
            <a:ext cx="33618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Dispersion parameter (</a:t>
            </a:r>
            <a:r>
              <a:rPr lang="el-GR" dirty="0"/>
              <a:t>θ</a:t>
            </a:r>
            <a:r>
              <a:rPr lang="en-US" dirty="0"/>
              <a:t>)</a:t>
            </a:r>
          </a:p>
          <a:p>
            <a:r>
              <a:rPr lang="en-US" dirty="0"/>
              <a:t>Note: this in inverse of phi (</a:t>
            </a:r>
            <a:r>
              <a:rPr lang="en-US" sz="1800" dirty="0"/>
              <a:t>φ):</a:t>
            </a:r>
          </a:p>
          <a:p>
            <a:r>
              <a:rPr lang="en-US" sz="1800" dirty="0"/>
              <a:t>	</a:t>
            </a:r>
            <a:r>
              <a:rPr lang="el-GR" sz="1800" dirty="0"/>
              <a:t>φ</a:t>
            </a:r>
            <a:r>
              <a:rPr lang="en-US" sz="1800" dirty="0"/>
              <a:t> = 1/</a:t>
            </a:r>
            <a:r>
              <a:rPr lang="el-GR" dirty="0"/>
              <a:t> θ</a:t>
            </a:r>
            <a:r>
              <a:rPr lang="en-US" dirty="0"/>
              <a:t> = 1/2.8 = 0.357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6DAF5B-4176-5766-66BF-357C6C6D51AE}"/>
              </a:ext>
            </a:extLst>
          </p:cNvPr>
          <p:cNvSpPr/>
          <p:nvPr/>
        </p:nvSpPr>
        <p:spPr>
          <a:xfrm>
            <a:off x="9759568" y="5378817"/>
            <a:ext cx="1359535" cy="3544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2409098-2F95-FCE9-3A05-ECDD7B1FB759}"/>
              </a:ext>
            </a:extLst>
          </p:cNvPr>
          <p:cNvCxnSpPr/>
          <p:nvPr/>
        </p:nvCxnSpPr>
        <p:spPr>
          <a:xfrm flipH="1">
            <a:off x="4710223" y="2371060"/>
            <a:ext cx="446568" cy="499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DD82252-CC6E-08EC-8B85-9FD591092121}"/>
              </a:ext>
            </a:extLst>
          </p:cNvPr>
          <p:cNvSpPr/>
          <p:nvPr/>
        </p:nvSpPr>
        <p:spPr>
          <a:xfrm>
            <a:off x="3675942" y="3629316"/>
            <a:ext cx="853528" cy="2963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3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7" grpId="0"/>
      <p:bldP spid="18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686C4-2527-08C9-5A0C-A5D8FE5B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 Check significance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AAE2D6-2194-6AB6-1D64-003D1DD46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26" r="73790"/>
          <a:stretch/>
        </p:blipFill>
        <p:spPr>
          <a:xfrm>
            <a:off x="6892023" y="3030279"/>
            <a:ext cx="4823924" cy="200107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91C453-20F5-442E-4AFA-BA0589C30602}"/>
              </a:ext>
            </a:extLst>
          </p:cNvPr>
          <p:cNvCxnSpPr>
            <a:cxnSpLocks/>
          </p:cNvCxnSpPr>
          <p:nvPr/>
        </p:nvCxnSpPr>
        <p:spPr>
          <a:xfrm>
            <a:off x="2418907" y="2403363"/>
            <a:ext cx="611372" cy="741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9BDF81B-E2C7-CC43-7D74-0BEC4B624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77789"/>
            <a:ext cx="9677400" cy="8211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FE1A57-AFC9-5AE8-D8C8-C43D05B4261A}"/>
              </a:ext>
            </a:extLst>
          </p:cNvPr>
          <p:cNvSpPr/>
          <p:nvPr/>
        </p:nvSpPr>
        <p:spPr>
          <a:xfrm flipV="1">
            <a:off x="1903228" y="2158179"/>
            <a:ext cx="1222744" cy="242953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980EFA-EB34-BD0C-3A7A-168CFE402623}"/>
              </a:ext>
            </a:extLst>
          </p:cNvPr>
          <p:cNvSpPr/>
          <p:nvPr/>
        </p:nvSpPr>
        <p:spPr>
          <a:xfrm>
            <a:off x="7936992" y="4251960"/>
            <a:ext cx="1919389" cy="1818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8C1566-1BB4-5E78-47D4-AC17610F6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672" y="3144486"/>
            <a:ext cx="4827584" cy="176584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6CDC58E-3301-09EE-1665-27D124FE370D}"/>
              </a:ext>
            </a:extLst>
          </p:cNvPr>
          <p:cNvSpPr/>
          <p:nvPr/>
        </p:nvSpPr>
        <p:spPr>
          <a:xfrm>
            <a:off x="4261104" y="4433777"/>
            <a:ext cx="1617635" cy="3805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5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A08A-3461-540B-4995-736E30DF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5. Calculate treatment means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3BBAB464-79DA-0C26-37D0-3B70B3BF7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573" y="1504025"/>
            <a:ext cx="7839075" cy="76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7222E8-B673-9CED-148A-338F53DBF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86" y="3690467"/>
            <a:ext cx="10629014" cy="1901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DE25B5-74CC-0CFD-E485-D3ABAEF405EC}"/>
              </a:ext>
            </a:extLst>
          </p:cNvPr>
          <p:cNvSpPr/>
          <p:nvPr/>
        </p:nvSpPr>
        <p:spPr>
          <a:xfrm>
            <a:off x="1878751" y="1998514"/>
            <a:ext cx="945966" cy="267511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CA2E32-0E19-4EB1-DC51-DC64B15FA1D6}"/>
              </a:ext>
            </a:extLst>
          </p:cNvPr>
          <p:cNvCxnSpPr>
            <a:cxnSpLocks/>
          </p:cNvCxnSpPr>
          <p:nvPr/>
        </p:nvCxnSpPr>
        <p:spPr>
          <a:xfrm flipH="1">
            <a:off x="1410586" y="2371060"/>
            <a:ext cx="453987" cy="11576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AC3FE05-8BDB-F078-7D92-F0987DCE5D16}"/>
              </a:ext>
            </a:extLst>
          </p:cNvPr>
          <p:cNvSpPr/>
          <p:nvPr/>
        </p:nvSpPr>
        <p:spPr>
          <a:xfrm>
            <a:off x="4030072" y="1989173"/>
            <a:ext cx="676607" cy="179870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0E7B71-55CC-A1B1-C37B-86F851DE5372}"/>
              </a:ext>
            </a:extLst>
          </p:cNvPr>
          <p:cNvCxnSpPr>
            <a:cxnSpLocks/>
          </p:cNvCxnSpPr>
          <p:nvPr/>
        </p:nvCxnSpPr>
        <p:spPr>
          <a:xfrm flipH="1">
            <a:off x="6450419" y="2897372"/>
            <a:ext cx="302307" cy="91971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70BB53A-3ED3-5885-3CA1-F8CF9DA2E624}"/>
              </a:ext>
            </a:extLst>
          </p:cNvPr>
          <p:cNvSpPr txBox="1"/>
          <p:nvPr/>
        </p:nvSpPr>
        <p:spPr>
          <a:xfrm>
            <a:off x="2059086" y="2793580"/>
            <a:ext cx="3523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Parameter estimates on log-scale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B49313-8ECC-B01A-70C1-24B39DFC793D}"/>
              </a:ext>
            </a:extLst>
          </p:cNvPr>
          <p:cNvCxnSpPr>
            <a:cxnSpLocks/>
          </p:cNvCxnSpPr>
          <p:nvPr/>
        </p:nvCxnSpPr>
        <p:spPr>
          <a:xfrm flipH="1">
            <a:off x="3391979" y="3105480"/>
            <a:ext cx="115655" cy="6900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6CF59C4-5D05-0F3C-C1E4-1BDC27C066EB}"/>
              </a:ext>
            </a:extLst>
          </p:cNvPr>
          <p:cNvSpPr txBox="1"/>
          <p:nvPr/>
        </p:nvSpPr>
        <p:spPr>
          <a:xfrm>
            <a:off x="6096000" y="255284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Parameter estimates back transform (</a:t>
            </a:r>
            <a:r>
              <a:rPr lang="en-US" dirty="0" err="1"/>
              <a:t>datascale</a:t>
            </a:r>
            <a:r>
              <a:rPr lang="en-US" dirty="0"/>
              <a:t>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5A925D-A874-EF71-2D2F-92A058DC3919}"/>
              </a:ext>
            </a:extLst>
          </p:cNvPr>
          <p:cNvCxnSpPr>
            <a:cxnSpLocks/>
          </p:cNvCxnSpPr>
          <p:nvPr/>
        </p:nvCxnSpPr>
        <p:spPr>
          <a:xfrm>
            <a:off x="3507634" y="3105480"/>
            <a:ext cx="626659" cy="6900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296C87-348B-CBC5-2D1B-82D1EC0666A1}"/>
              </a:ext>
            </a:extLst>
          </p:cNvPr>
          <p:cNvCxnSpPr>
            <a:cxnSpLocks/>
          </p:cNvCxnSpPr>
          <p:nvPr/>
        </p:nvCxnSpPr>
        <p:spPr>
          <a:xfrm>
            <a:off x="6752726" y="2943733"/>
            <a:ext cx="357519" cy="85180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4DAA53-084F-26E4-519D-51761C95C74C}"/>
              </a:ext>
            </a:extLst>
          </p:cNvPr>
          <p:cNvCxnSpPr>
            <a:cxnSpLocks/>
          </p:cNvCxnSpPr>
          <p:nvPr/>
        </p:nvCxnSpPr>
        <p:spPr>
          <a:xfrm>
            <a:off x="4702471" y="2266025"/>
            <a:ext cx="1336822" cy="49304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38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2DF4B-5DEB-E1D5-2A00-681C184E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7338-DC41-725E-3112-ECEB8271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5. Calculate treatment means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583C6E8D-80C7-DB84-1631-767B80186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573" y="1504025"/>
            <a:ext cx="7839075" cy="76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F15FB2-56F9-26D9-89FA-A6598B1742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495"/>
          <a:stretch/>
        </p:blipFill>
        <p:spPr>
          <a:xfrm>
            <a:off x="482008" y="3641252"/>
            <a:ext cx="5368114" cy="19014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DE43EE-7122-F3AF-38C4-B91D14DE9BC7}"/>
              </a:ext>
            </a:extLst>
          </p:cNvPr>
          <p:cNvSpPr/>
          <p:nvPr/>
        </p:nvSpPr>
        <p:spPr>
          <a:xfrm>
            <a:off x="1878751" y="1998514"/>
            <a:ext cx="945966" cy="267511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BDDFF6-6926-480C-AA97-036BFDC78C53}"/>
              </a:ext>
            </a:extLst>
          </p:cNvPr>
          <p:cNvCxnSpPr>
            <a:cxnSpLocks/>
          </p:cNvCxnSpPr>
          <p:nvPr/>
        </p:nvCxnSpPr>
        <p:spPr>
          <a:xfrm flipH="1">
            <a:off x="1410586" y="2371060"/>
            <a:ext cx="453987" cy="11576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1C856F3-1D79-AE3F-1A69-7EC50CC44055}"/>
              </a:ext>
            </a:extLst>
          </p:cNvPr>
          <p:cNvSpPr/>
          <p:nvPr/>
        </p:nvSpPr>
        <p:spPr>
          <a:xfrm>
            <a:off x="4030072" y="1989173"/>
            <a:ext cx="676607" cy="179870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C0D86-A6DB-995A-17B5-86A0902D60CF}"/>
              </a:ext>
            </a:extLst>
          </p:cNvPr>
          <p:cNvSpPr txBox="1"/>
          <p:nvPr/>
        </p:nvSpPr>
        <p:spPr>
          <a:xfrm>
            <a:off x="1816308" y="2744365"/>
            <a:ext cx="3523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Parameter estimates on log-scale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507BF4-EF59-CE61-68D4-08E7AEFAAD49}"/>
              </a:ext>
            </a:extLst>
          </p:cNvPr>
          <p:cNvCxnSpPr>
            <a:cxnSpLocks/>
          </p:cNvCxnSpPr>
          <p:nvPr/>
        </p:nvCxnSpPr>
        <p:spPr>
          <a:xfrm flipH="1">
            <a:off x="3149201" y="3056265"/>
            <a:ext cx="115655" cy="6900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4738DE-9077-FA9D-E934-8CEE9AD7185B}"/>
              </a:ext>
            </a:extLst>
          </p:cNvPr>
          <p:cNvCxnSpPr>
            <a:cxnSpLocks/>
          </p:cNvCxnSpPr>
          <p:nvPr/>
        </p:nvCxnSpPr>
        <p:spPr>
          <a:xfrm>
            <a:off x="3264856" y="3056265"/>
            <a:ext cx="626659" cy="6900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6B4797-31DE-1DD4-26E6-8443A510F7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78" r="73544"/>
          <a:stretch/>
        </p:blipFill>
        <p:spPr>
          <a:xfrm>
            <a:off x="5965777" y="3429000"/>
            <a:ext cx="6103090" cy="216431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A78BEDA-9D82-459E-EC4B-61BD6EB0D5A1}"/>
              </a:ext>
            </a:extLst>
          </p:cNvPr>
          <p:cNvSpPr/>
          <p:nvPr/>
        </p:nvSpPr>
        <p:spPr>
          <a:xfrm>
            <a:off x="951262" y="4087529"/>
            <a:ext cx="2653175" cy="12664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FED337-7DF0-E5A4-AA7D-9048E3A6CEBC}"/>
              </a:ext>
            </a:extLst>
          </p:cNvPr>
          <p:cNvSpPr/>
          <p:nvPr/>
        </p:nvSpPr>
        <p:spPr>
          <a:xfrm>
            <a:off x="6157255" y="3813122"/>
            <a:ext cx="1767129" cy="8425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92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5DDA-1DE7-4461-4988-FF8FF7086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5. Calculate treatment means (</a:t>
            </a:r>
            <a:r>
              <a:rPr lang="en-US" dirty="0" err="1"/>
              <a:t>backtransformed</a:t>
            </a:r>
            <a:r>
              <a:rPr lang="en-US" dirty="0"/>
              <a:t>)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A93655C6-DDA3-F5C4-B8B5-9A0FF8144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55" y="1899141"/>
            <a:ext cx="7307322" cy="7103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9E3486-F767-163D-7DB6-BA46A3E076F3}"/>
              </a:ext>
            </a:extLst>
          </p:cNvPr>
          <p:cNvSpPr/>
          <p:nvPr/>
        </p:nvSpPr>
        <p:spPr>
          <a:xfrm>
            <a:off x="3691509" y="2380377"/>
            <a:ext cx="676607" cy="179870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6086F4-0F96-301B-55A2-93FD9CC6519B}"/>
              </a:ext>
            </a:extLst>
          </p:cNvPr>
          <p:cNvCxnSpPr>
            <a:cxnSpLocks/>
          </p:cNvCxnSpPr>
          <p:nvPr/>
        </p:nvCxnSpPr>
        <p:spPr>
          <a:xfrm flipH="1">
            <a:off x="3403343" y="2533689"/>
            <a:ext cx="473713" cy="6202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51C12AB-61A0-9BB6-B527-5D6C9AECC8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404"/>
          <a:stretch/>
        </p:blipFill>
        <p:spPr>
          <a:xfrm>
            <a:off x="155571" y="3094601"/>
            <a:ext cx="2401567" cy="1901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43B9F1-FC4B-3C27-711F-43D259A0C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137" y="3141517"/>
            <a:ext cx="5125463" cy="181795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755E640-2ACC-6218-B7B4-A6D52710D84D}"/>
              </a:ext>
            </a:extLst>
          </p:cNvPr>
          <p:cNvSpPr/>
          <p:nvPr/>
        </p:nvSpPr>
        <p:spPr>
          <a:xfrm>
            <a:off x="636608" y="3153904"/>
            <a:ext cx="2511706" cy="16260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565405-F1A7-DFC9-7A1F-1FCF3E67D9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982" r="75857" b="1497"/>
          <a:stretch/>
        </p:blipFill>
        <p:spPr>
          <a:xfrm>
            <a:off x="6521487" y="4530473"/>
            <a:ext cx="5460922" cy="19014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801C39F-CCFC-3531-DCA2-F766267BFAD5}"/>
              </a:ext>
            </a:extLst>
          </p:cNvPr>
          <p:cNvSpPr/>
          <p:nvPr/>
        </p:nvSpPr>
        <p:spPr>
          <a:xfrm>
            <a:off x="6521487" y="4668190"/>
            <a:ext cx="2113227" cy="10034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2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C6DC57-65A3-8041-3204-1AE2A5EC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31" y="4196379"/>
            <a:ext cx="3315163" cy="20862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DB9215-09E6-5F47-B171-911A9B0BC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6. Conduct contrasts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65CD6F-A9E6-8B2F-2160-B9F68422A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83" y="1491687"/>
            <a:ext cx="6677722" cy="2002724"/>
          </a:xfrm>
          <a:prstGeom prst="rect">
            <a:avLst/>
          </a:prstGeom>
        </p:spPr>
      </p:pic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9361BE-A040-182B-7E20-7EAF74031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55" r="60968" b="3603"/>
          <a:stretch/>
        </p:blipFill>
        <p:spPr>
          <a:xfrm>
            <a:off x="5001321" y="3295410"/>
            <a:ext cx="6755296" cy="331292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335ED7-F519-A3D2-2B72-95C367B806D9}"/>
              </a:ext>
            </a:extLst>
          </p:cNvPr>
          <p:cNvCxnSpPr>
            <a:cxnSpLocks/>
          </p:cNvCxnSpPr>
          <p:nvPr/>
        </p:nvCxnSpPr>
        <p:spPr>
          <a:xfrm flipH="1">
            <a:off x="2594113" y="3295410"/>
            <a:ext cx="403221" cy="11473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F4526D6-D52D-C4CB-4C99-0BD0BE0E5667}"/>
              </a:ext>
            </a:extLst>
          </p:cNvPr>
          <p:cNvSpPr/>
          <p:nvPr/>
        </p:nvSpPr>
        <p:spPr>
          <a:xfrm>
            <a:off x="3383280" y="4196379"/>
            <a:ext cx="685800" cy="20027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EDC45B-B143-F732-32E0-B1F6126A276F}"/>
              </a:ext>
            </a:extLst>
          </p:cNvPr>
          <p:cNvSpPr/>
          <p:nvPr/>
        </p:nvSpPr>
        <p:spPr>
          <a:xfrm>
            <a:off x="8001000" y="5020056"/>
            <a:ext cx="749808" cy="10332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DA7A29-5B08-F533-21B4-F5DE09BBE8FA}"/>
              </a:ext>
            </a:extLst>
          </p:cNvPr>
          <p:cNvSpPr/>
          <p:nvPr/>
        </p:nvSpPr>
        <p:spPr>
          <a:xfrm>
            <a:off x="2148840" y="3127248"/>
            <a:ext cx="1204646" cy="125752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5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781C-A2E1-2620-EBFA-CDCEDD2BA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1A90F-1F46-1515-08AB-6CCF062E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6. Conduct contrasts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3D3116-D3F7-233C-981A-83EEDD3EF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89" r="60968" b="3604"/>
          <a:stretch/>
        </p:blipFill>
        <p:spPr>
          <a:xfrm>
            <a:off x="4975396" y="4442791"/>
            <a:ext cx="6755296" cy="176296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FEF6A6-CFEE-E75F-F6BD-6DE6581D2B6B}"/>
              </a:ext>
            </a:extLst>
          </p:cNvPr>
          <p:cNvSpPr/>
          <p:nvPr/>
        </p:nvSpPr>
        <p:spPr>
          <a:xfrm>
            <a:off x="8000999" y="4576381"/>
            <a:ext cx="728221" cy="11456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4AD771-9DA9-969B-BCEF-8FCD9181FE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82" b="6806"/>
          <a:stretch/>
        </p:blipFill>
        <p:spPr>
          <a:xfrm>
            <a:off x="422079" y="4393784"/>
            <a:ext cx="4272468" cy="19531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E595933-5AD4-5BCA-A4E0-EA89DE516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29" y="1528497"/>
            <a:ext cx="6024641" cy="225711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989081-E5F3-DF18-7E7E-6BA69F9AD7B5}"/>
              </a:ext>
            </a:extLst>
          </p:cNvPr>
          <p:cNvCxnSpPr>
            <a:cxnSpLocks/>
          </p:cNvCxnSpPr>
          <p:nvPr/>
        </p:nvCxnSpPr>
        <p:spPr>
          <a:xfrm flipH="1">
            <a:off x="3268095" y="3429000"/>
            <a:ext cx="403221" cy="11473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CBAC215-BD83-9BC5-989A-B8D15E0E2137}"/>
              </a:ext>
            </a:extLst>
          </p:cNvPr>
          <p:cNvSpPr/>
          <p:nvPr/>
        </p:nvSpPr>
        <p:spPr>
          <a:xfrm>
            <a:off x="3802903" y="3356591"/>
            <a:ext cx="1037793" cy="144818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BDCAF6-DFC9-BAE2-C5CD-0F64249AE142}"/>
              </a:ext>
            </a:extLst>
          </p:cNvPr>
          <p:cNvSpPr/>
          <p:nvPr/>
        </p:nvSpPr>
        <p:spPr>
          <a:xfrm>
            <a:off x="4110087" y="4281273"/>
            <a:ext cx="584460" cy="195315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2BEE-E19E-8759-FBC6-4F9CCAB1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0FDDFB-44A6-2B67-5A9F-C89D07B23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19" y="1452286"/>
            <a:ext cx="6228475" cy="24339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18F39D-B2F0-731D-7873-1145F178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6. Conduct contrasts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DAE9CA-FD85-379E-0E42-F53A5BF9F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89" r="60968" b="3604"/>
          <a:stretch/>
        </p:blipFill>
        <p:spPr>
          <a:xfrm>
            <a:off x="4975396" y="4442791"/>
            <a:ext cx="6755296" cy="176296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3371A10-5786-CEBA-C20E-0FD46B06CAFC}"/>
              </a:ext>
            </a:extLst>
          </p:cNvPr>
          <p:cNvSpPr/>
          <p:nvPr/>
        </p:nvSpPr>
        <p:spPr>
          <a:xfrm>
            <a:off x="8001000" y="4655000"/>
            <a:ext cx="704088" cy="102412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FF13E2-315A-581E-727E-1072FBB6B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98" y="4442791"/>
            <a:ext cx="4296152" cy="167026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0FE54E-26EA-991D-0350-0ADC6ABFA6CB}"/>
              </a:ext>
            </a:extLst>
          </p:cNvPr>
          <p:cNvCxnSpPr>
            <a:cxnSpLocks/>
          </p:cNvCxnSpPr>
          <p:nvPr/>
        </p:nvCxnSpPr>
        <p:spPr>
          <a:xfrm flipH="1">
            <a:off x="3954829" y="3536040"/>
            <a:ext cx="822304" cy="9511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B24765A-29F2-CA0F-C9D5-1ECBDF799495}"/>
              </a:ext>
            </a:extLst>
          </p:cNvPr>
          <p:cNvSpPr/>
          <p:nvPr/>
        </p:nvSpPr>
        <p:spPr>
          <a:xfrm>
            <a:off x="5065777" y="3429000"/>
            <a:ext cx="1563636" cy="128487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290165-F679-64F0-65E0-CC3F04FA2619}"/>
              </a:ext>
            </a:extLst>
          </p:cNvPr>
          <p:cNvSpPr/>
          <p:nvPr/>
        </p:nvSpPr>
        <p:spPr>
          <a:xfrm>
            <a:off x="4110087" y="4471463"/>
            <a:ext cx="534163" cy="16412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0549-38B1-9207-2BA2-B33AAD13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6. Conduct contrasts - letters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CC2B7C-9ED7-6C1E-B279-A0840B7EC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22" r="69588" b="15504"/>
          <a:stretch/>
        </p:blipFill>
        <p:spPr>
          <a:xfrm>
            <a:off x="5694817" y="3946833"/>
            <a:ext cx="6597767" cy="15010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0696BA-049F-0416-346D-838B7C5AF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0" y="3999867"/>
            <a:ext cx="5468113" cy="1448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326513-F000-7EE2-6CA4-2EED7F829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09" y="1378780"/>
            <a:ext cx="6523502" cy="21745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0FB57E-6998-565E-C62F-AA825E3072A2}"/>
              </a:ext>
            </a:extLst>
          </p:cNvPr>
          <p:cNvSpPr/>
          <p:nvPr/>
        </p:nvSpPr>
        <p:spPr>
          <a:xfrm>
            <a:off x="1931658" y="1366993"/>
            <a:ext cx="1189229" cy="230308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5C2464-265C-C978-2746-CCC374F2CFC5}"/>
              </a:ext>
            </a:extLst>
          </p:cNvPr>
          <p:cNvSpPr/>
          <p:nvPr/>
        </p:nvSpPr>
        <p:spPr>
          <a:xfrm>
            <a:off x="1197830" y="1753005"/>
            <a:ext cx="712304" cy="127896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>
                <a:alpha val="5490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CEFF9C-7EC6-64DD-118E-79382A0563D9}"/>
              </a:ext>
            </a:extLst>
          </p:cNvPr>
          <p:cNvCxnSpPr>
            <a:cxnSpLocks/>
          </p:cNvCxnSpPr>
          <p:nvPr/>
        </p:nvCxnSpPr>
        <p:spPr>
          <a:xfrm>
            <a:off x="1197830" y="3489442"/>
            <a:ext cx="212188" cy="6404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BA3B13F-26B0-4DD3-46B6-7E8BDB7A770A}"/>
              </a:ext>
            </a:extLst>
          </p:cNvPr>
          <p:cNvSpPr/>
          <p:nvPr/>
        </p:nvSpPr>
        <p:spPr>
          <a:xfrm>
            <a:off x="4837176" y="4016012"/>
            <a:ext cx="530352" cy="143185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4B4753-731C-E96C-3857-5F6D6586E8B9}"/>
              </a:ext>
            </a:extLst>
          </p:cNvPr>
          <p:cNvSpPr/>
          <p:nvPr/>
        </p:nvSpPr>
        <p:spPr>
          <a:xfrm>
            <a:off x="10660915" y="4307917"/>
            <a:ext cx="502015" cy="11064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50D903-DB2A-0989-48F1-F520ABEE9260}"/>
              </a:ext>
            </a:extLst>
          </p:cNvPr>
          <p:cNvSpPr/>
          <p:nvPr/>
        </p:nvSpPr>
        <p:spPr>
          <a:xfrm>
            <a:off x="473038" y="4073653"/>
            <a:ext cx="1319186" cy="13742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840F26-2E27-2C14-0803-47E883534F2C}"/>
              </a:ext>
            </a:extLst>
          </p:cNvPr>
          <p:cNvSpPr/>
          <p:nvPr/>
        </p:nvSpPr>
        <p:spPr>
          <a:xfrm>
            <a:off x="5921522" y="4341444"/>
            <a:ext cx="1982241" cy="96207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D6FEBB9B-D6F6-F3F9-7B2B-96D05D5BF11A}"/>
              </a:ext>
            </a:extLst>
          </p:cNvPr>
          <p:cNvSpPr/>
          <p:nvPr/>
        </p:nvSpPr>
        <p:spPr>
          <a:xfrm>
            <a:off x="4105656" y="5568696"/>
            <a:ext cx="484632" cy="4500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4C3929D4-9106-6552-D9A5-9C3B9B69B648}"/>
              </a:ext>
            </a:extLst>
          </p:cNvPr>
          <p:cNvSpPr/>
          <p:nvPr/>
        </p:nvSpPr>
        <p:spPr>
          <a:xfrm>
            <a:off x="9556386" y="5391380"/>
            <a:ext cx="484632" cy="4500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61745D-F2A5-18CE-5305-BFE7D7D0C06C}"/>
              </a:ext>
            </a:extLst>
          </p:cNvPr>
          <p:cNvSpPr txBox="1"/>
          <p:nvPr/>
        </p:nvSpPr>
        <p:spPr>
          <a:xfrm>
            <a:off x="7468307" y="1455861"/>
            <a:ext cx="4041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Using the %mult macro to add letters</a:t>
            </a:r>
          </a:p>
        </p:txBody>
      </p:sp>
    </p:spTree>
    <p:extLst>
      <p:ext uri="{BB962C8B-B14F-4D97-AF65-F5344CB8AC3E}">
        <p14:creationId xmlns:p14="http://schemas.microsoft.com/office/powerpoint/2010/main" val="39723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2FF7-E721-9797-FB08-E13D14AC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Calculate R2m and R2c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C8FF0-3A66-F4B8-A4F9-00BB1A0EF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come soon!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See Nakagawa </a:t>
            </a:r>
            <a:r>
              <a:rPr lang="en-US" dirty="0"/>
              <a:t>et al. paper.</a:t>
            </a:r>
          </a:p>
        </p:txBody>
      </p:sp>
    </p:spTree>
    <p:extLst>
      <p:ext uri="{BB962C8B-B14F-4D97-AF65-F5344CB8AC3E}">
        <p14:creationId xmlns:p14="http://schemas.microsoft.com/office/powerpoint/2010/main" val="1746935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7FF3-A0E9-CE41-08F7-2969CF53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8. Make graphs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AD9A8C-1B13-613B-18AF-1820FD16A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84" y="1431235"/>
            <a:ext cx="7685543" cy="2745328"/>
          </a:xfrm>
          <a:prstGeom prst="rect">
            <a:avLst/>
          </a:prstGeom>
        </p:spPr>
      </p:pic>
      <p:pic>
        <p:nvPicPr>
          <p:cNvPr id="4" name="SGPlot1.png" descr="The SGPlot Procedure" title="The SGPlot Procedure">
            <a:extLst>
              <a:ext uri="{FF2B5EF4-FFF2-40B4-BE49-F238E27FC236}">
                <a16:creationId xmlns:a16="http://schemas.microsoft.com/office/drawing/2014/main" id="{83F8177F-EB29-0624-AD5A-B6071C94EA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04722" y="3271010"/>
            <a:ext cx="5739185" cy="358699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C9CF03-C763-C0AB-07F0-22813733D4EC}"/>
              </a:ext>
            </a:extLst>
          </p:cNvPr>
          <p:cNvCxnSpPr>
            <a:cxnSpLocks/>
          </p:cNvCxnSpPr>
          <p:nvPr/>
        </p:nvCxnSpPr>
        <p:spPr>
          <a:xfrm>
            <a:off x="4802876" y="3917124"/>
            <a:ext cx="1578046" cy="9530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36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7124-76AC-BF6B-B754-C2DB0BC86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7AFCA-4690-65EC-9124-4A14A76F6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8046" y="2252281"/>
            <a:ext cx="8402052" cy="3291807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Dr. Edzard van Santen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Dr. Phil Hahn</a:t>
            </a:r>
          </a:p>
          <a:p>
            <a:pPr>
              <a:buFontTx/>
              <a:buChar char="-"/>
            </a:pPr>
            <a:r>
              <a:rPr lang="en-US" dirty="0"/>
              <a:t>Allan Busuulwa</a:t>
            </a:r>
          </a:p>
          <a:p>
            <a:pPr>
              <a:buFontTx/>
              <a:buChar char="-"/>
            </a:pPr>
            <a:r>
              <a:rPr lang="en-US" dirty="0"/>
              <a:t>Alex Bauer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25DBD-4DC8-8011-BFFA-D41B4FCF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970" y="2041969"/>
            <a:ext cx="2974086" cy="297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68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D52D9-B77C-9AE9-FA07-86EB35E1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0002-1E4A-77D7-D471-5C9E55E64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Questions ?</a:t>
            </a:r>
          </a:p>
        </p:txBody>
      </p:sp>
      <p:pic>
        <p:nvPicPr>
          <p:cNvPr id="8" name="Picture 7" descr="A person lying on a desk with a computer monitor&#10;&#10;AI-generated content may be incorrect.">
            <a:extLst>
              <a:ext uri="{FF2B5EF4-FFF2-40B4-BE49-F238E27FC236}">
                <a16:creationId xmlns:a16="http://schemas.microsoft.com/office/drawing/2014/main" id="{4A8B4613-2FCB-BFBC-ADC2-557C2D99C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784" y="1702720"/>
            <a:ext cx="4965038" cy="497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53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489</Words>
  <Application>Microsoft Office PowerPoint</Application>
  <PresentationFormat>Widescreen</PresentationFormat>
  <Paragraphs>78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Wingdings</vt:lpstr>
      <vt:lpstr>Office Theme</vt:lpstr>
      <vt:lpstr>Worked example in SAS</vt:lpstr>
      <vt:lpstr>Steps for constructing and interpreting a GLMM</vt:lpstr>
      <vt:lpstr>Intro: Data Carpentry</vt:lpstr>
      <vt:lpstr>Intro: Data Carpentry</vt:lpstr>
      <vt:lpstr>Step 1: Setting up a basic model in SAS</vt:lpstr>
      <vt:lpstr>Step 1: Setting up a basic model in SAS</vt:lpstr>
      <vt:lpstr>Step 2: Examine residuals</vt:lpstr>
      <vt:lpstr>Step 1b. Setting up a GLM in R</vt:lpstr>
      <vt:lpstr>Step 2b. Check residues and overdispersion</vt:lpstr>
      <vt:lpstr>Step 2b. Check residues and overdispersion</vt:lpstr>
      <vt:lpstr>Step 1c. Update the GLM to correct overdispersion</vt:lpstr>
      <vt:lpstr>Step 2c. Check residues and overdispersion</vt:lpstr>
      <vt:lpstr>Step 2c. Check residues and overdispersion</vt:lpstr>
      <vt:lpstr>Step 1d. Update the GLM to correct overdisp.</vt:lpstr>
      <vt:lpstr>2d. Check residuals</vt:lpstr>
      <vt:lpstr>The block is good… but is it the best?</vt:lpstr>
      <vt:lpstr>3. Check random effects and model basics</vt:lpstr>
      <vt:lpstr>Step 4. Check significance</vt:lpstr>
      <vt:lpstr>Step 5. Calculate treatment means</vt:lpstr>
      <vt:lpstr>Step 5. Calculate treatment means</vt:lpstr>
      <vt:lpstr>Step 5. Calculate treatment means (backtransformed)</vt:lpstr>
      <vt:lpstr>Step 6. Conduct contrasts</vt:lpstr>
      <vt:lpstr>Step 6. Conduct contrasts</vt:lpstr>
      <vt:lpstr>Step 6. Conduct contrasts</vt:lpstr>
      <vt:lpstr>Step 6. Conduct contrasts - letters</vt:lpstr>
      <vt:lpstr>7. Calculate R2m and R2c</vt:lpstr>
      <vt:lpstr>Step 8. Make graphs</vt:lpstr>
      <vt:lpstr>Acknowledgment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Reviewer</dc:creator>
  <cp:lastModifiedBy>Reviewer</cp:lastModifiedBy>
  <cp:revision>1</cp:revision>
  <dcterms:created xsi:type="dcterms:W3CDTF">2025-05-28T00:26:53Z</dcterms:created>
  <dcterms:modified xsi:type="dcterms:W3CDTF">2025-07-10T19:25:32Z</dcterms:modified>
</cp:coreProperties>
</file>