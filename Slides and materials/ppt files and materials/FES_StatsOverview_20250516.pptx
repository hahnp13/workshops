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4"/>
  </p:notesMasterIdLst>
  <p:sldIdLst>
    <p:sldId id="256" r:id="rId5"/>
    <p:sldId id="545" r:id="rId6"/>
    <p:sldId id="557" r:id="rId7"/>
    <p:sldId id="417" r:id="rId8"/>
    <p:sldId id="419" r:id="rId9"/>
    <p:sldId id="418" r:id="rId10"/>
    <p:sldId id="544" r:id="rId11"/>
    <p:sldId id="529" r:id="rId12"/>
    <p:sldId id="533" r:id="rId13"/>
    <p:sldId id="534" r:id="rId14"/>
    <p:sldId id="535" r:id="rId15"/>
    <p:sldId id="536" r:id="rId16"/>
    <p:sldId id="537" r:id="rId17"/>
    <p:sldId id="569" r:id="rId18"/>
    <p:sldId id="570" r:id="rId19"/>
    <p:sldId id="563" r:id="rId20"/>
    <p:sldId id="532" r:id="rId21"/>
    <p:sldId id="530" r:id="rId22"/>
    <p:sldId id="572" r:id="rId23"/>
    <p:sldId id="528" r:id="rId24"/>
    <p:sldId id="523" r:id="rId25"/>
    <p:sldId id="493" r:id="rId26"/>
    <p:sldId id="309" r:id="rId27"/>
    <p:sldId id="299" r:id="rId28"/>
    <p:sldId id="383" r:id="rId29"/>
    <p:sldId id="346" r:id="rId30"/>
    <p:sldId id="343" r:id="rId31"/>
    <p:sldId id="409" r:id="rId32"/>
    <p:sldId id="410" r:id="rId33"/>
    <p:sldId id="564" r:id="rId34"/>
    <p:sldId id="444" r:id="rId35"/>
    <p:sldId id="290" r:id="rId36"/>
    <p:sldId id="291" r:id="rId37"/>
    <p:sldId id="285" r:id="rId38"/>
    <p:sldId id="443" r:id="rId39"/>
    <p:sldId id="362" r:id="rId40"/>
    <p:sldId id="433" r:id="rId41"/>
    <p:sldId id="428" r:id="rId42"/>
    <p:sldId id="431" r:id="rId43"/>
    <p:sldId id="539" r:id="rId44"/>
    <p:sldId id="538" r:id="rId45"/>
    <p:sldId id="430" r:id="rId46"/>
    <p:sldId id="432" r:id="rId47"/>
    <p:sldId id="543" r:id="rId48"/>
    <p:sldId id="540" r:id="rId49"/>
    <p:sldId id="541" r:id="rId50"/>
    <p:sldId id="542" r:id="rId51"/>
    <p:sldId id="556" r:id="rId52"/>
    <p:sldId id="300" r:id="rId53"/>
    <p:sldId id="559" r:id="rId54"/>
    <p:sldId id="302" r:id="rId55"/>
    <p:sldId id="413" r:id="rId56"/>
    <p:sldId id="414" r:id="rId57"/>
    <p:sldId id="416" r:id="rId58"/>
    <p:sldId id="429" r:id="rId59"/>
    <p:sldId id="415" r:id="rId60"/>
    <p:sldId id="551" r:id="rId61"/>
    <p:sldId id="445" r:id="rId62"/>
    <p:sldId id="565" r:id="rId63"/>
    <p:sldId id="448" r:id="rId64"/>
    <p:sldId id="518" r:id="rId65"/>
    <p:sldId id="262" r:id="rId66"/>
    <p:sldId id="481" r:id="rId67"/>
    <p:sldId id="510" r:id="rId68"/>
    <p:sldId id="507" r:id="rId69"/>
    <p:sldId id="513" r:id="rId70"/>
    <p:sldId id="554" r:id="rId71"/>
    <p:sldId id="547" r:id="rId72"/>
    <p:sldId id="548" r:id="rId73"/>
    <p:sldId id="549" r:id="rId74"/>
    <p:sldId id="571" r:id="rId75"/>
    <p:sldId id="550" r:id="rId76"/>
    <p:sldId id="455" r:id="rId77"/>
    <p:sldId id="561" r:id="rId78"/>
    <p:sldId id="311" r:id="rId79"/>
    <p:sldId id="553" r:id="rId80"/>
    <p:sldId id="566" r:id="rId81"/>
    <p:sldId id="486" r:id="rId82"/>
    <p:sldId id="552" r:id="rId83"/>
    <p:sldId id="500" r:id="rId84"/>
    <p:sldId id="503" r:id="rId85"/>
    <p:sldId id="504" r:id="rId86"/>
    <p:sldId id="487" r:id="rId87"/>
    <p:sldId id="304" r:id="rId88"/>
    <p:sldId id="567" r:id="rId89"/>
    <p:sldId id="305" r:id="rId90"/>
    <p:sldId id="568" r:id="rId91"/>
    <p:sldId id="456" r:id="rId92"/>
    <p:sldId id="460" r:id="rId93"/>
    <p:sldId id="461" r:id="rId94"/>
    <p:sldId id="462" r:id="rId95"/>
    <p:sldId id="464" r:id="rId96"/>
    <p:sldId id="463" r:id="rId97"/>
    <p:sldId id="459" r:id="rId98"/>
    <p:sldId id="466" r:id="rId99"/>
    <p:sldId id="467" r:id="rId100"/>
    <p:sldId id="468" r:id="rId101"/>
    <p:sldId id="555" r:id="rId102"/>
    <p:sldId id="314" r:id="rId103"/>
    <p:sldId id="562" r:id="rId104"/>
    <p:sldId id="306" r:id="rId105"/>
    <p:sldId id="307" r:id="rId106"/>
    <p:sldId id="488" r:id="rId107"/>
    <p:sldId id="308" r:id="rId108"/>
    <p:sldId id="490" r:id="rId109"/>
    <p:sldId id="491" r:id="rId110"/>
    <p:sldId id="492" r:id="rId111"/>
    <p:sldId id="489" r:id="rId112"/>
    <p:sldId id="313" r:id="rId113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078170-3C6B-4B7B-95F2-D84AA1716CBB}" v="1" dt="2025-07-16T12:42:54.889"/>
    <p1510:client id="{C067157D-1763-4F04-9A18-FB2053DF1D70}" v="286" dt="2025-07-16T05:50:37.409"/>
    <p1510:client id="{D4E77CC5-8F96-40A7-D55B-D2CC30A2B7DD}" v="2" dt="2025-07-15T20:01:36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theme" Target="theme/theme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notesMaster" Target="notesMasters/notesMaster1.xml"/><Relationship Id="rId119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hn, Phil" userId="2d5c7d3c-1ebc-4c64-a257-24a55868d9d9" providerId="ADAL" clId="{BF10AA10-0D26-4B26-B85F-5D37308FBE4E}"/>
    <pc:docChg chg="undo redo custSel addSld delSld modSld sldOrd">
      <pc:chgData name="Hahn, Phil" userId="2d5c7d3c-1ebc-4c64-a257-24a55868d9d9" providerId="ADAL" clId="{BF10AA10-0D26-4B26-B85F-5D37308FBE4E}" dt="2025-05-28T01:18:17.868" v="53"/>
      <pc:docMkLst>
        <pc:docMk/>
      </pc:docMkLst>
      <pc:sldChg chg="delSp">
        <pc:chgData name="Hahn, Phil" userId="2d5c7d3c-1ebc-4c64-a257-24a55868d9d9" providerId="ADAL" clId="{BF10AA10-0D26-4B26-B85F-5D37308FBE4E}" dt="2025-05-28T01:11:02.651" v="22" actId="21"/>
        <pc:sldMkLst>
          <pc:docMk/>
          <pc:sldMk cId="864182001" sldId="299"/>
        </pc:sldMkLst>
      </pc:sldChg>
      <pc:sldChg chg="modSp">
        <pc:chgData name="Hahn, Phil" userId="2d5c7d3c-1ebc-4c64-a257-24a55868d9d9" providerId="ADAL" clId="{BF10AA10-0D26-4B26-B85F-5D37308FBE4E}" dt="2025-05-28T01:16:34.030" v="48" actId="20577"/>
        <pc:sldMkLst>
          <pc:docMk/>
          <pc:sldMk cId="3123441686" sldId="346"/>
        </pc:sldMkLst>
      </pc:sldChg>
      <pc:sldChg chg="modSp mod">
        <pc:chgData name="Hahn, Phil" userId="2d5c7d3c-1ebc-4c64-a257-24a55868d9d9" providerId="ADAL" clId="{BF10AA10-0D26-4B26-B85F-5D37308FBE4E}" dt="2025-05-28T01:16:59.744" v="50" actId="14100"/>
        <pc:sldMkLst>
          <pc:docMk/>
          <pc:sldMk cId="2416178154" sldId="444"/>
        </pc:sldMkLst>
      </pc:sldChg>
      <pc:sldChg chg="modSp mod">
        <pc:chgData name="Hahn, Phil" userId="2d5c7d3c-1ebc-4c64-a257-24a55868d9d9" providerId="ADAL" clId="{BF10AA10-0D26-4B26-B85F-5D37308FBE4E}" dt="2025-05-28T01:11:59.068" v="26" actId="20577"/>
        <pc:sldMkLst>
          <pc:docMk/>
          <pc:sldMk cId="1697973188" sldId="545"/>
        </pc:sldMkLst>
      </pc:sldChg>
      <pc:sldChg chg="addSp delSp modSp mod">
        <pc:chgData name="Hahn, Phil" userId="2d5c7d3c-1ebc-4c64-a257-24a55868d9d9" providerId="ADAL" clId="{BF10AA10-0D26-4B26-B85F-5D37308FBE4E}" dt="2025-05-28T01:18:17.868" v="53"/>
        <pc:sldMkLst>
          <pc:docMk/>
          <pc:sldMk cId="2535563988" sldId="559"/>
        </pc:sldMkLst>
      </pc:sldChg>
      <pc:sldChg chg="addSp delSp modSp modAnim">
        <pc:chgData name="Hahn, Phil" userId="2d5c7d3c-1ebc-4c64-a257-24a55868d9d9" providerId="ADAL" clId="{BF10AA10-0D26-4B26-B85F-5D37308FBE4E}" dt="2025-05-28T01:02:19.116" v="3" actId="21"/>
        <pc:sldMkLst>
          <pc:docMk/>
          <pc:sldMk cId="2573282140" sldId="563"/>
        </pc:sldMkLst>
      </pc:sldChg>
      <pc:sldChg chg="addSp delSp modSp ord">
        <pc:chgData name="Hahn, Phil" userId="2d5c7d3c-1ebc-4c64-a257-24a55868d9d9" providerId="ADAL" clId="{BF10AA10-0D26-4B26-B85F-5D37308FBE4E}" dt="2025-05-28T01:11:12.749" v="24" actId="1076"/>
        <pc:sldMkLst>
          <pc:docMk/>
          <pc:sldMk cId="4245055439" sldId="564"/>
        </pc:sldMkLst>
      </pc:sldChg>
      <pc:sldChg chg="addSp modSp">
        <pc:chgData name="Hahn, Phil" userId="2d5c7d3c-1ebc-4c64-a257-24a55868d9d9" providerId="ADAL" clId="{BF10AA10-0D26-4B26-B85F-5D37308FBE4E}" dt="2025-05-28T01:09:36.219" v="19" actId="1076"/>
        <pc:sldMkLst>
          <pc:docMk/>
          <pc:sldMk cId="2082384942" sldId="565"/>
        </pc:sldMkLst>
      </pc:sldChg>
      <pc:sldChg chg="addSp modSp modAnim">
        <pc:chgData name="Hahn, Phil" userId="2d5c7d3c-1ebc-4c64-a257-24a55868d9d9" providerId="ADAL" clId="{BF10AA10-0D26-4B26-B85F-5D37308FBE4E}" dt="2025-05-28T01:07:29.341" v="8"/>
        <pc:sldMkLst>
          <pc:docMk/>
          <pc:sldMk cId="2579929920" sldId="567"/>
        </pc:sldMkLst>
      </pc:sldChg>
      <pc:sldChg chg="add del">
        <pc:chgData name="Hahn, Phil" userId="2d5c7d3c-1ebc-4c64-a257-24a55868d9d9" providerId="ADAL" clId="{BF10AA10-0D26-4B26-B85F-5D37308FBE4E}" dt="2025-05-28T01:08:49.603" v="14"/>
        <pc:sldMkLst>
          <pc:docMk/>
          <pc:sldMk cId="1452257276" sldId="569"/>
        </pc:sldMkLst>
      </pc:sldChg>
      <pc:sldChg chg="add del">
        <pc:chgData name="Hahn, Phil" userId="2d5c7d3c-1ebc-4c64-a257-24a55868d9d9" providerId="ADAL" clId="{BF10AA10-0D26-4B26-B85F-5D37308FBE4E}" dt="2025-05-28T01:08:44.596" v="11"/>
        <pc:sldMkLst>
          <pc:docMk/>
          <pc:sldMk cId="3625125109" sldId="569"/>
        </pc:sldMkLst>
      </pc:sldChg>
    </pc:docChg>
  </pc:docChgLst>
  <pc:docChgLst>
    <pc:chgData name="Demard,Emilie Pauline" userId="6b2953af-5bd4-44a1-a404-c37ddb850d4a" providerId="ADAL" clId="{46CFA754-E9CF-44CA-96CE-F6FCC5456967}"/>
    <pc:docChg chg="modSld modNotesMaster">
      <pc:chgData name="Demard,Emilie Pauline" userId="6b2953af-5bd4-44a1-a404-c37ddb850d4a" providerId="ADAL" clId="{46CFA754-E9CF-44CA-96CE-F6FCC5456967}" dt="2025-07-10T19:48:45.668" v="1"/>
      <pc:docMkLst>
        <pc:docMk/>
      </pc:docMkLst>
      <pc:sldChg chg="modNotes">
        <pc:chgData name="Demard,Emilie Pauline" userId="6b2953af-5bd4-44a1-a404-c37ddb850d4a" providerId="ADAL" clId="{46CFA754-E9CF-44CA-96CE-F6FCC5456967}" dt="2025-07-10T19:48:45.668" v="1"/>
        <pc:sldMkLst>
          <pc:docMk/>
          <pc:sldMk cId="3450975696" sldId="343"/>
        </pc:sldMkLst>
      </pc:sldChg>
      <pc:sldChg chg="modNotes">
        <pc:chgData name="Demard,Emilie Pauline" userId="6b2953af-5bd4-44a1-a404-c37ddb850d4a" providerId="ADAL" clId="{46CFA754-E9CF-44CA-96CE-F6FCC5456967}" dt="2025-07-10T19:48:45.668" v="1"/>
        <pc:sldMkLst>
          <pc:docMk/>
          <pc:sldMk cId="3351946883" sldId="409"/>
        </pc:sldMkLst>
      </pc:sldChg>
      <pc:sldChg chg="modNotes">
        <pc:chgData name="Demard,Emilie Pauline" userId="6b2953af-5bd4-44a1-a404-c37ddb850d4a" providerId="ADAL" clId="{46CFA754-E9CF-44CA-96CE-F6FCC5456967}" dt="2025-07-10T19:48:45.668" v="1"/>
        <pc:sldMkLst>
          <pc:docMk/>
          <pc:sldMk cId="3127066816" sldId="410"/>
        </pc:sldMkLst>
      </pc:sldChg>
    </pc:docChg>
  </pc:docChgLst>
  <pc:docChgLst>
    <pc:chgData name="Hahn, Phil" userId="2d5c7d3c-1ebc-4c64-a257-24a55868d9d9" providerId="ADAL" clId="{A20E5BB0-4DC4-40BE-AD33-62047A683D82}"/>
    <pc:docChg chg="undo custSel addSld delSld modSld sldOrd">
      <pc:chgData name="Hahn, Phil" userId="2d5c7d3c-1ebc-4c64-a257-24a55868d9d9" providerId="ADAL" clId="{A20E5BB0-4DC4-40BE-AD33-62047A683D82}" dt="2025-05-27T18:39:46.361" v="3808" actId="20577"/>
      <pc:docMkLst>
        <pc:docMk/>
      </pc:docMkLst>
      <pc:sldChg chg="addSp modSp">
        <pc:chgData name="Hahn, Phil" userId="2d5c7d3c-1ebc-4c64-a257-24a55868d9d9" providerId="ADAL" clId="{A20E5BB0-4DC4-40BE-AD33-62047A683D82}" dt="2025-05-22T16:55:54.281" v="951"/>
        <pc:sldMkLst>
          <pc:docMk/>
          <pc:sldMk cId="0" sldId="256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0" sldId="277"/>
        </pc:sldMkLst>
      </pc:sldChg>
      <pc:sldChg chg="add">
        <pc:chgData name="Hahn, Phil" userId="2d5c7d3c-1ebc-4c64-a257-24a55868d9d9" providerId="ADAL" clId="{A20E5BB0-4DC4-40BE-AD33-62047A683D82}" dt="2025-05-22T16:14:24.319" v="677"/>
        <pc:sldMkLst>
          <pc:docMk/>
          <pc:sldMk cId="0" sldId="285"/>
        </pc:sldMkLst>
      </pc:sldChg>
      <pc:sldChg chg="add">
        <pc:chgData name="Hahn, Phil" userId="2d5c7d3c-1ebc-4c64-a257-24a55868d9d9" providerId="ADAL" clId="{A20E5BB0-4DC4-40BE-AD33-62047A683D82}" dt="2025-05-22T16:14:24.319" v="677"/>
        <pc:sldMkLst>
          <pc:docMk/>
          <pc:sldMk cId="0" sldId="290"/>
        </pc:sldMkLst>
      </pc:sldChg>
      <pc:sldChg chg="add">
        <pc:chgData name="Hahn, Phil" userId="2d5c7d3c-1ebc-4c64-a257-24a55868d9d9" providerId="ADAL" clId="{A20E5BB0-4DC4-40BE-AD33-62047A683D82}" dt="2025-05-22T16:14:24.319" v="677"/>
        <pc:sldMkLst>
          <pc:docMk/>
          <pc:sldMk cId="0" sldId="291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2468709049" sldId="296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378628169" sldId="297"/>
        </pc:sldMkLst>
      </pc:sldChg>
      <pc:sldChg chg="add del mod modShow">
        <pc:chgData name="Hahn, Phil" userId="2d5c7d3c-1ebc-4c64-a257-24a55868d9d9" providerId="ADAL" clId="{A20E5BB0-4DC4-40BE-AD33-62047A683D82}" dt="2025-05-23T19:33:38.164" v="2073" actId="47"/>
        <pc:sldMkLst>
          <pc:docMk/>
          <pc:sldMk cId="1907311052" sldId="298"/>
        </pc:sldMkLst>
      </pc:sldChg>
      <pc:sldChg chg="modSp mod">
        <pc:chgData name="Hahn, Phil" userId="2d5c7d3c-1ebc-4c64-a257-24a55868d9d9" providerId="ADAL" clId="{A20E5BB0-4DC4-40BE-AD33-62047A683D82}" dt="2025-05-22T16:12:48.624" v="675" actId="1076"/>
        <pc:sldMkLst>
          <pc:docMk/>
          <pc:sldMk cId="864182001" sldId="299"/>
        </pc:sldMkLst>
      </pc:sldChg>
      <pc:sldChg chg="modSp mod">
        <pc:chgData name="Hahn, Phil" userId="2d5c7d3c-1ebc-4c64-a257-24a55868d9d9" providerId="ADAL" clId="{A20E5BB0-4DC4-40BE-AD33-62047A683D82}" dt="2025-05-27T18:25:10.991" v="3738" actId="113"/>
        <pc:sldMkLst>
          <pc:docMk/>
          <pc:sldMk cId="384186394" sldId="300"/>
        </pc:sldMkLst>
      </pc:sldChg>
      <pc:sldChg chg="delSp modSp mod delAnim">
        <pc:chgData name="Hahn, Phil" userId="2d5c7d3c-1ebc-4c64-a257-24a55868d9d9" providerId="ADAL" clId="{A20E5BB0-4DC4-40BE-AD33-62047A683D82}" dt="2025-05-23T19:39:42.775" v="2291" actId="478"/>
        <pc:sldMkLst>
          <pc:docMk/>
          <pc:sldMk cId="3601524017" sldId="302"/>
        </pc:sldMkLst>
      </pc:sldChg>
      <pc:sldChg chg="modSp mod modShow">
        <pc:chgData name="Hahn, Phil" userId="2d5c7d3c-1ebc-4c64-a257-24a55868d9d9" providerId="ADAL" clId="{A20E5BB0-4DC4-40BE-AD33-62047A683D82}" dt="2025-05-23T20:18:34.547" v="2824" actId="20577"/>
        <pc:sldMkLst>
          <pc:docMk/>
          <pc:sldMk cId="3973528252" sldId="304"/>
        </pc:sldMkLst>
      </pc:sldChg>
      <pc:sldChg chg="delSp modSp mod modAnim">
        <pc:chgData name="Hahn, Phil" userId="2d5c7d3c-1ebc-4c64-a257-24a55868d9d9" providerId="ADAL" clId="{A20E5BB0-4DC4-40BE-AD33-62047A683D82}" dt="2025-05-23T21:12:36.273" v="3619" actId="20577"/>
        <pc:sldMkLst>
          <pc:docMk/>
          <pc:sldMk cId="3171928525" sldId="305"/>
        </pc:sldMkLst>
      </pc:sldChg>
      <pc:sldChg chg="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1411580368" sldId="306"/>
        </pc:sldMkLst>
      </pc:sldChg>
      <pc:sldChg chg="modSp 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231193705" sldId="307"/>
        </pc:sldMkLst>
      </pc:sldChg>
      <pc:sldChg chg="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3070699109" sldId="308"/>
        </pc:sldMkLst>
      </pc:sldChg>
      <pc:sldChg chg="addSp delSp modSp mod modAnim">
        <pc:chgData name="Hahn, Phil" userId="2d5c7d3c-1ebc-4c64-a257-24a55868d9d9" providerId="ADAL" clId="{A20E5BB0-4DC4-40BE-AD33-62047A683D82}" dt="2025-05-22T15:57:52.033" v="563"/>
        <pc:sldMkLst>
          <pc:docMk/>
          <pc:sldMk cId="3806656529" sldId="309"/>
        </pc:sldMkLst>
      </pc:sldChg>
      <pc:sldChg chg="addSp delSp modSp mod">
        <pc:chgData name="Hahn, Phil" userId="2d5c7d3c-1ebc-4c64-a257-24a55868d9d9" providerId="ADAL" clId="{A20E5BB0-4DC4-40BE-AD33-62047A683D82}" dt="2025-05-23T18:49:48.945" v="2025" actId="20577"/>
        <pc:sldMkLst>
          <pc:docMk/>
          <pc:sldMk cId="3182431991" sldId="311"/>
        </pc:sldMkLst>
      </pc:sldChg>
      <pc:sldChg chg="mod modShow">
        <pc:chgData name="Hahn, Phil" userId="2d5c7d3c-1ebc-4c64-a257-24a55868d9d9" providerId="ADAL" clId="{A20E5BB0-4DC4-40BE-AD33-62047A683D82}" dt="2025-05-23T19:00:09.408" v="2046" actId="729"/>
        <pc:sldMkLst>
          <pc:docMk/>
          <pc:sldMk cId="557615503" sldId="314"/>
        </pc:sldMkLst>
      </pc:sldChg>
      <pc:sldChg chg="add mod modShow">
        <pc:chgData name="Hahn, Phil" userId="2d5c7d3c-1ebc-4c64-a257-24a55868d9d9" providerId="ADAL" clId="{A20E5BB0-4DC4-40BE-AD33-62047A683D82}" dt="2025-05-22T16:06:38.514" v="635" actId="729"/>
        <pc:sldMkLst>
          <pc:docMk/>
          <pc:sldMk cId="3450975696" sldId="343"/>
        </pc:sldMkLst>
      </pc:sldChg>
      <pc:sldChg chg="modSp add mod">
        <pc:chgData name="Hahn, Phil" userId="2d5c7d3c-1ebc-4c64-a257-24a55868d9d9" providerId="ADAL" clId="{A20E5BB0-4DC4-40BE-AD33-62047A683D82}" dt="2025-05-27T18:22:51.268" v="3692" actId="1582"/>
        <pc:sldMkLst>
          <pc:docMk/>
          <pc:sldMk cId="3123441686" sldId="346"/>
        </pc:sldMkLst>
      </pc:sldChg>
      <pc:sldChg chg="add del ord">
        <pc:chgData name="Hahn, Phil" userId="2d5c7d3c-1ebc-4c64-a257-24a55868d9d9" providerId="ADAL" clId="{A20E5BB0-4DC4-40BE-AD33-62047A683D82}" dt="2025-05-22T16:32:47.659" v="856" actId="2696"/>
        <pc:sldMkLst>
          <pc:docMk/>
          <pc:sldMk cId="0" sldId="362"/>
        </pc:sldMkLst>
      </pc:sldChg>
      <pc:sldChg chg="add">
        <pc:chgData name="Hahn, Phil" userId="2d5c7d3c-1ebc-4c64-a257-24a55868d9d9" providerId="ADAL" clId="{A20E5BB0-4DC4-40BE-AD33-62047A683D82}" dt="2025-05-22T16:32:57.589" v="857"/>
        <pc:sldMkLst>
          <pc:docMk/>
          <pc:sldMk cId="1308197074" sldId="362"/>
        </pc:sldMkLst>
      </pc:sldChg>
      <pc:sldChg chg="modSp add mod">
        <pc:chgData name="Hahn, Phil" userId="2d5c7d3c-1ebc-4c64-a257-24a55868d9d9" providerId="ADAL" clId="{A20E5BB0-4DC4-40BE-AD33-62047A683D82}" dt="2025-05-23T19:35:41.827" v="2159" actId="20577"/>
        <pc:sldMkLst>
          <pc:docMk/>
          <pc:sldMk cId="3211771911" sldId="383"/>
        </pc:sldMkLst>
      </pc:sldChg>
      <pc:sldChg chg="delSp modSp add del mod ord delAnim">
        <pc:chgData name="Hahn, Phil" userId="2d5c7d3c-1ebc-4c64-a257-24a55868d9d9" providerId="ADAL" clId="{A20E5BB0-4DC4-40BE-AD33-62047A683D82}" dt="2025-05-23T19:35:03.188" v="2123" actId="2696"/>
        <pc:sldMkLst>
          <pc:docMk/>
          <pc:sldMk cId="3778980679" sldId="383"/>
        </pc:sldMkLst>
      </pc:sldChg>
      <pc:sldChg chg="add mod modShow">
        <pc:chgData name="Hahn, Phil" userId="2d5c7d3c-1ebc-4c64-a257-24a55868d9d9" providerId="ADAL" clId="{A20E5BB0-4DC4-40BE-AD33-62047A683D82}" dt="2025-05-22T16:06:38.514" v="635" actId="729"/>
        <pc:sldMkLst>
          <pc:docMk/>
          <pc:sldMk cId="3351946883" sldId="409"/>
        </pc:sldMkLst>
      </pc:sldChg>
      <pc:sldChg chg="add mod modShow">
        <pc:chgData name="Hahn, Phil" userId="2d5c7d3c-1ebc-4c64-a257-24a55868d9d9" providerId="ADAL" clId="{A20E5BB0-4DC4-40BE-AD33-62047A683D82}" dt="2025-05-22T16:06:38.514" v="635" actId="729"/>
        <pc:sldMkLst>
          <pc:docMk/>
          <pc:sldMk cId="3127066816" sldId="410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1984557853" sldId="413"/>
        </pc:sldMkLst>
      </pc:sldChg>
      <pc:sldChg chg="add modNotesTx">
        <pc:chgData name="Hahn, Phil" userId="2d5c7d3c-1ebc-4c64-a257-24a55868d9d9" providerId="ADAL" clId="{A20E5BB0-4DC4-40BE-AD33-62047A683D82}" dt="2025-05-23T21:04:50.691" v="3178" actId="20577"/>
        <pc:sldMkLst>
          <pc:docMk/>
          <pc:sldMk cId="3938084308" sldId="413"/>
        </pc:sldMkLst>
      </pc:sldChg>
      <pc:sldChg chg="add">
        <pc:chgData name="Hahn, Phil" userId="2d5c7d3c-1ebc-4c64-a257-24a55868d9d9" providerId="ADAL" clId="{A20E5BB0-4DC4-40BE-AD33-62047A683D82}" dt="2025-05-22T16:27:14.247" v="777"/>
        <pc:sldMkLst>
          <pc:docMk/>
          <pc:sldMk cId="2256091011" sldId="414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2722343132" sldId="414"/>
        </pc:sldMkLst>
      </pc:sldChg>
      <pc:sldChg chg="delSp 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1999993526" sldId="415"/>
        </pc:sldMkLst>
      </pc:sldChg>
      <pc:sldChg chg="add">
        <pc:chgData name="Hahn, Phil" userId="2d5c7d3c-1ebc-4c64-a257-24a55868d9d9" providerId="ADAL" clId="{A20E5BB0-4DC4-40BE-AD33-62047A683D82}" dt="2025-05-22T16:27:14.247" v="777"/>
        <pc:sldMkLst>
          <pc:docMk/>
          <pc:sldMk cId="2415451621" sldId="415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2383897569" sldId="416"/>
        </pc:sldMkLst>
      </pc:sldChg>
      <pc:sldChg chg="add">
        <pc:chgData name="Hahn, Phil" userId="2d5c7d3c-1ebc-4c64-a257-24a55868d9d9" providerId="ADAL" clId="{A20E5BB0-4DC4-40BE-AD33-62047A683D82}" dt="2025-05-22T16:27:14.247" v="777"/>
        <pc:sldMkLst>
          <pc:docMk/>
          <pc:sldMk cId="4100576711" sldId="416"/>
        </pc:sldMkLst>
      </pc:sldChg>
      <pc:sldChg chg="add">
        <pc:chgData name="Hahn, Phil" userId="2d5c7d3c-1ebc-4c64-a257-24a55868d9d9" providerId="ADAL" clId="{A20E5BB0-4DC4-40BE-AD33-62047A683D82}" dt="2025-05-27T18:18:51.859" v="3685"/>
        <pc:sldMkLst>
          <pc:docMk/>
          <pc:sldMk cId="241398918" sldId="417"/>
        </pc:sldMkLst>
      </pc:sldChg>
      <pc:sldChg chg="add del">
        <pc:chgData name="Hahn, Phil" userId="2d5c7d3c-1ebc-4c64-a257-24a55868d9d9" providerId="ADAL" clId="{A20E5BB0-4DC4-40BE-AD33-62047A683D82}" dt="2025-05-27T18:18:45.008" v="3684" actId="2696"/>
        <pc:sldMkLst>
          <pc:docMk/>
          <pc:sldMk cId="1129476148" sldId="417"/>
        </pc:sldMkLst>
      </pc:sldChg>
      <pc:sldChg chg="modSp add del">
        <pc:chgData name="Hahn, Phil" userId="2d5c7d3c-1ebc-4c64-a257-24a55868d9d9" providerId="ADAL" clId="{A20E5BB0-4DC4-40BE-AD33-62047A683D82}" dt="2025-05-23T19:34:06.448" v="2074" actId="2696"/>
        <pc:sldMkLst>
          <pc:docMk/>
          <pc:sldMk cId="3506772171" sldId="417"/>
        </pc:sldMkLst>
      </pc:sldChg>
      <pc:sldChg chg="add del">
        <pc:chgData name="Hahn, Phil" userId="2d5c7d3c-1ebc-4c64-a257-24a55868d9d9" providerId="ADAL" clId="{A20E5BB0-4DC4-40BE-AD33-62047A683D82}" dt="2025-05-27T18:18:45.008" v="3684" actId="2696"/>
        <pc:sldMkLst>
          <pc:docMk/>
          <pc:sldMk cId="2390063112" sldId="418"/>
        </pc:sldMkLst>
      </pc:sldChg>
      <pc:sldChg chg="add">
        <pc:chgData name="Hahn, Phil" userId="2d5c7d3c-1ebc-4c64-a257-24a55868d9d9" providerId="ADAL" clId="{A20E5BB0-4DC4-40BE-AD33-62047A683D82}" dt="2025-05-27T18:18:51.859" v="3685"/>
        <pc:sldMkLst>
          <pc:docMk/>
          <pc:sldMk cId="3554283073" sldId="418"/>
        </pc:sldMkLst>
      </pc:sldChg>
      <pc:sldChg chg="add del">
        <pc:chgData name="Hahn, Phil" userId="2d5c7d3c-1ebc-4c64-a257-24a55868d9d9" providerId="ADAL" clId="{A20E5BB0-4DC4-40BE-AD33-62047A683D82}" dt="2025-05-23T19:34:06.448" v="2074" actId="2696"/>
        <pc:sldMkLst>
          <pc:docMk/>
          <pc:sldMk cId="3947561773" sldId="418"/>
        </pc:sldMkLst>
      </pc:sldChg>
      <pc:sldChg chg="add del">
        <pc:chgData name="Hahn, Phil" userId="2d5c7d3c-1ebc-4c64-a257-24a55868d9d9" providerId="ADAL" clId="{A20E5BB0-4DC4-40BE-AD33-62047A683D82}" dt="2025-05-27T18:18:45.008" v="3684" actId="2696"/>
        <pc:sldMkLst>
          <pc:docMk/>
          <pc:sldMk cId="232491032" sldId="419"/>
        </pc:sldMkLst>
      </pc:sldChg>
      <pc:sldChg chg="add">
        <pc:chgData name="Hahn, Phil" userId="2d5c7d3c-1ebc-4c64-a257-24a55868d9d9" providerId="ADAL" clId="{A20E5BB0-4DC4-40BE-AD33-62047A683D82}" dt="2025-05-27T18:18:51.859" v="3685"/>
        <pc:sldMkLst>
          <pc:docMk/>
          <pc:sldMk cId="3526659165" sldId="419"/>
        </pc:sldMkLst>
      </pc:sldChg>
      <pc:sldChg chg="add del">
        <pc:chgData name="Hahn, Phil" userId="2d5c7d3c-1ebc-4c64-a257-24a55868d9d9" providerId="ADAL" clId="{A20E5BB0-4DC4-40BE-AD33-62047A683D82}" dt="2025-05-23T19:34:06.448" v="2074" actId="2696"/>
        <pc:sldMkLst>
          <pc:docMk/>
          <pc:sldMk cId="3749539390" sldId="419"/>
        </pc:sldMkLst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1340091910" sldId="428"/>
        </pc:sldMkLst>
      </pc:sldChg>
      <pc:sldChg chg="modSp add del mod">
        <pc:chgData name="Hahn, Phil" userId="2d5c7d3c-1ebc-4c64-a257-24a55868d9d9" providerId="ADAL" clId="{A20E5BB0-4DC4-40BE-AD33-62047A683D82}" dt="2025-05-22T16:27:01.085" v="776" actId="2696"/>
        <pc:sldMkLst>
          <pc:docMk/>
          <pc:sldMk cId="1642903584" sldId="429"/>
        </pc:sldMkLst>
      </pc:sldChg>
      <pc:sldChg chg="modSp add mod">
        <pc:chgData name="Hahn, Phil" userId="2d5c7d3c-1ebc-4c64-a257-24a55868d9d9" providerId="ADAL" clId="{A20E5BB0-4DC4-40BE-AD33-62047A683D82}" dt="2025-05-23T21:05:17.730" v="3181" actId="14100"/>
        <pc:sldMkLst>
          <pc:docMk/>
          <pc:sldMk cId="4088740299" sldId="429"/>
        </pc:sldMkLst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3397849374" sldId="430"/>
        </pc:sldMkLst>
      </pc:sldChg>
      <pc:sldChg chg="addSp delSp modSp add mod">
        <pc:chgData name="Hahn, Phil" userId="2d5c7d3c-1ebc-4c64-a257-24a55868d9d9" providerId="ADAL" clId="{A20E5BB0-4DC4-40BE-AD33-62047A683D82}" dt="2025-05-22T16:29:51.629" v="817" actId="20577"/>
        <pc:sldMkLst>
          <pc:docMk/>
          <pc:sldMk cId="935030832" sldId="431"/>
        </pc:sldMkLst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1424031592" sldId="432"/>
        </pc:sldMkLst>
      </pc:sldChg>
      <pc:sldChg chg="modSp add del mod">
        <pc:chgData name="Hahn, Phil" userId="2d5c7d3c-1ebc-4c64-a257-24a55868d9d9" providerId="ADAL" clId="{A20E5BB0-4DC4-40BE-AD33-62047A683D82}" dt="2025-05-22T16:32:47.659" v="856" actId="2696"/>
        <pc:sldMkLst>
          <pc:docMk/>
          <pc:sldMk cId="411176779" sldId="433"/>
        </pc:sldMkLst>
      </pc:sldChg>
      <pc:sldChg chg="addSp modSp add mod">
        <pc:chgData name="Hahn, Phil" userId="2d5c7d3c-1ebc-4c64-a257-24a55868d9d9" providerId="ADAL" clId="{A20E5BB0-4DC4-40BE-AD33-62047A683D82}" dt="2025-05-22T17:04:39.038" v="1068" actId="1076"/>
        <pc:sldMkLst>
          <pc:docMk/>
          <pc:sldMk cId="4164499328" sldId="433"/>
        </pc:sldMkLst>
      </pc:sldChg>
      <pc:sldChg chg="modSp add mod modShow">
        <pc:chgData name="Hahn, Phil" userId="2d5c7d3c-1ebc-4c64-a257-24a55868d9d9" providerId="ADAL" clId="{A20E5BB0-4DC4-40BE-AD33-62047A683D82}" dt="2025-05-22T16:33:03.784" v="858" actId="729"/>
        <pc:sldMkLst>
          <pc:docMk/>
          <pc:sldMk cId="1801360313" sldId="443"/>
        </pc:sldMkLst>
      </pc:sldChg>
      <pc:sldChg chg="delSp modSp add mod delAnim">
        <pc:chgData name="Hahn, Phil" userId="2d5c7d3c-1ebc-4c64-a257-24a55868d9d9" providerId="ADAL" clId="{A20E5BB0-4DC4-40BE-AD33-62047A683D82}" dt="2025-05-23T19:37:48.006" v="2248" actId="14100"/>
        <pc:sldMkLst>
          <pc:docMk/>
          <pc:sldMk cId="2416178154" sldId="444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573074115" sldId="445"/>
        </pc:sldMkLst>
      </pc:sldChg>
      <pc:sldChg chg="modSp add del mod ord">
        <pc:chgData name="Hahn, Phil" userId="2d5c7d3c-1ebc-4c64-a257-24a55868d9d9" providerId="ADAL" clId="{A20E5BB0-4DC4-40BE-AD33-62047A683D82}" dt="2025-05-22T17:27:27.841" v="1203" actId="2696"/>
        <pc:sldMkLst>
          <pc:docMk/>
          <pc:sldMk cId="2252344769" sldId="445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2863682237" sldId="448"/>
        </pc:sldMkLst>
      </pc:sldChg>
      <pc:sldChg chg="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4265601849" sldId="448"/>
        </pc:sldMkLst>
      </pc:sldChg>
      <pc:sldChg chg="add">
        <pc:chgData name="Hahn, Phil" userId="2d5c7d3c-1ebc-4c64-a257-24a55868d9d9" providerId="ADAL" clId="{A20E5BB0-4DC4-40BE-AD33-62047A683D82}" dt="2025-05-23T18:08:21.977" v="1891"/>
        <pc:sldMkLst>
          <pc:docMk/>
          <pc:sldMk cId="447218459" sldId="455"/>
        </pc:sldMkLst>
      </pc:sldChg>
      <pc:sldChg chg="add del">
        <pc:chgData name="Hahn, Phil" userId="2d5c7d3c-1ebc-4c64-a257-24a55868d9d9" providerId="ADAL" clId="{A20E5BB0-4DC4-40BE-AD33-62047A683D82}" dt="2025-05-23T18:08:06.777" v="1890" actId="2696"/>
        <pc:sldMkLst>
          <pc:docMk/>
          <pc:sldMk cId="1404224023" sldId="455"/>
        </pc:sldMkLst>
      </pc:sldChg>
      <pc:sldChg chg="modSp add mod">
        <pc:chgData name="Hahn, Phil" userId="2d5c7d3c-1ebc-4c64-a257-24a55868d9d9" providerId="ADAL" clId="{A20E5BB0-4DC4-40BE-AD33-62047A683D82}" dt="2025-05-23T21:12:23.082" v="3564"/>
        <pc:sldMkLst>
          <pc:docMk/>
          <pc:sldMk cId="280984822" sldId="456"/>
        </pc:sldMkLst>
      </pc:sldChg>
      <pc:sldChg chg="modSp add mod">
        <pc:chgData name="Hahn, Phil" userId="2d5c7d3c-1ebc-4c64-a257-24a55868d9d9" providerId="ADAL" clId="{A20E5BB0-4DC4-40BE-AD33-62047A683D82}" dt="2025-05-27T18:38:33.533" v="3806" actId="20577"/>
        <pc:sldMkLst>
          <pc:docMk/>
          <pc:sldMk cId="125558166" sldId="459"/>
        </pc:sldMkLst>
      </pc:sldChg>
      <pc:sldChg chg="add">
        <pc:chgData name="Hahn, Phil" userId="2d5c7d3c-1ebc-4c64-a257-24a55868d9d9" providerId="ADAL" clId="{A20E5BB0-4DC4-40BE-AD33-62047A683D82}" dt="2025-05-22T18:55:52.005" v="1834"/>
        <pc:sldMkLst>
          <pc:docMk/>
          <pc:sldMk cId="2677015794" sldId="460"/>
        </pc:sldMkLst>
      </pc:sldChg>
      <pc:sldChg chg="add">
        <pc:chgData name="Hahn, Phil" userId="2d5c7d3c-1ebc-4c64-a257-24a55868d9d9" providerId="ADAL" clId="{A20E5BB0-4DC4-40BE-AD33-62047A683D82}" dt="2025-05-22T18:55:52.005" v="1834"/>
        <pc:sldMkLst>
          <pc:docMk/>
          <pc:sldMk cId="1000677722" sldId="461"/>
        </pc:sldMkLst>
      </pc:sldChg>
      <pc:sldChg chg="modSp add mod">
        <pc:chgData name="Hahn, Phil" userId="2d5c7d3c-1ebc-4c64-a257-24a55868d9d9" providerId="ADAL" clId="{A20E5BB0-4DC4-40BE-AD33-62047A683D82}" dt="2025-05-22T18:56:06.751" v="1841" actId="14100"/>
        <pc:sldMkLst>
          <pc:docMk/>
          <pc:sldMk cId="1611877070" sldId="462"/>
        </pc:sldMkLst>
      </pc:sldChg>
      <pc:sldChg chg="modSp add mod">
        <pc:chgData name="Hahn, Phil" userId="2d5c7d3c-1ebc-4c64-a257-24a55868d9d9" providerId="ADAL" clId="{A20E5BB0-4DC4-40BE-AD33-62047A683D82}" dt="2025-05-22T18:58:46.134" v="1884"/>
        <pc:sldMkLst>
          <pc:docMk/>
          <pc:sldMk cId="4000191598" sldId="463"/>
        </pc:sldMkLst>
      </pc:sldChg>
      <pc:sldChg chg="modSp add mod">
        <pc:chgData name="Hahn, Phil" userId="2d5c7d3c-1ebc-4c64-a257-24a55868d9d9" providerId="ADAL" clId="{A20E5BB0-4DC4-40BE-AD33-62047A683D82}" dt="2025-05-22T18:59:00.345" v="1885" actId="14100"/>
        <pc:sldMkLst>
          <pc:docMk/>
          <pc:sldMk cId="1190674375" sldId="464"/>
        </pc:sldMkLst>
      </pc:sldChg>
      <pc:sldChg chg="addSp modSp add mod modAnim modShow modNotesTx">
        <pc:chgData name="Hahn, Phil" userId="2d5c7d3c-1ebc-4c64-a257-24a55868d9d9" providerId="ADAL" clId="{A20E5BB0-4DC4-40BE-AD33-62047A683D82}" dt="2025-05-23T21:14:59.388" v="3683" actId="313"/>
        <pc:sldMkLst>
          <pc:docMk/>
          <pc:sldMk cId="2040613471" sldId="466"/>
        </pc:sldMkLst>
      </pc:sldChg>
      <pc:sldChg chg="modSp add mod modShow">
        <pc:chgData name="Hahn, Phil" userId="2d5c7d3c-1ebc-4c64-a257-24a55868d9d9" providerId="ADAL" clId="{A20E5BB0-4DC4-40BE-AD33-62047A683D82}" dt="2025-05-23T18:59:39.439" v="2044" actId="729"/>
        <pc:sldMkLst>
          <pc:docMk/>
          <pc:sldMk cId="1669053229" sldId="467"/>
        </pc:sldMkLst>
      </pc:sldChg>
      <pc:sldChg chg="modSp add mod modShow">
        <pc:chgData name="Hahn, Phil" userId="2d5c7d3c-1ebc-4c64-a257-24a55868d9d9" providerId="ADAL" clId="{A20E5BB0-4DC4-40BE-AD33-62047A683D82}" dt="2025-05-23T18:59:39.439" v="2044" actId="729"/>
        <pc:sldMkLst>
          <pc:docMk/>
          <pc:sldMk cId="517630532" sldId="468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1160588992" sldId="481"/>
        </pc:sldMkLst>
      </pc:sldChg>
      <pc:sldChg chg="addSp modSp">
        <pc:chgData name="Hahn, Phil" userId="2d5c7d3c-1ebc-4c64-a257-24a55868d9d9" providerId="ADAL" clId="{A20E5BB0-4DC4-40BE-AD33-62047A683D82}" dt="2025-05-23T21:07:57.871" v="3206" actId="20577"/>
        <pc:sldMkLst>
          <pc:docMk/>
          <pc:sldMk cId="3881058326" sldId="486"/>
        </pc:sldMkLst>
      </pc:sldChg>
      <pc:sldChg chg="mod modShow">
        <pc:chgData name="Hahn, Phil" userId="2d5c7d3c-1ebc-4c64-a257-24a55868d9d9" providerId="ADAL" clId="{A20E5BB0-4DC4-40BE-AD33-62047A683D82}" dt="2025-05-23T18:51:09.183" v="2043" actId="729"/>
        <pc:sldMkLst>
          <pc:docMk/>
          <pc:sldMk cId="2273517004" sldId="487"/>
        </pc:sldMkLst>
      </pc:sldChg>
      <pc:sldChg chg="modSp mod modShow">
        <pc:chgData name="Hahn, Phil" userId="2d5c7d3c-1ebc-4c64-a257-24a55868d9d9" providerId="ADAL" clId="{A20E5BB0-4DC4-40BE-AD33-62047A683D82}" dt="2025-05-23T20:56:56.708" v="2941" actId="729"/>
        <pc:sldMkLst>
          <pc:docMk/>
          <pc:sldMk cId="4022926863" sldId="488"/>
        </pc:sldMkLst>
      </pc:sldChg>
      <pc:sldChg chg="modSp add mod modShow">
        <pc:chgData name="Hahn, Phil" userId="2d5c7d3c-1ebc-4c64-a257-24a55868d9d9" providerId="ADAL" clId="{A20E5BB0-4DC4-40BE-AD33-62047A683D82}" dt="2025-05-23T18:50:49.999" v="2042" actId="729"/>
        <pc:sldMkLst>
          <pc:docMk/>
          <pc:sldMk cId="2512093691" sldId="500"/>
        </pc:sldMkLst>
      </pc:sldChg>
      <pc:sldChg chg="add mod modShow">
        <pc:chgData name="Hahn, Phil" userId="2d5c7d3c-1ebc-4c64-a257-24a55868d9d9" providerId="ADAL" clId="{A20E5BB0-4DC4-40BE-AD33-62047A683D82}" dt="2025-05-23T18:50:49.999" v="2042" actId="729"/>
        <pc:sldMkLst>
          <pc:docMk/>
          <pc:sldMk cId="1535460125" sldId="503"/>
        </pc:sldMkLst>
      </pc:sldChg>
      <pc:sldChg chg="add mod modShow">
        <pc:chgData name="Hahn, Phil" userId="2d5c7d3c-1ebc-4c64-a257-24a55868d9d9" providerId="ADAL" clId="{A20E5BB0-4DC4-40BE-AD33-62047A683D82}" dt="2025-05-23T18:50:49.999" v="2042" actId="729"/>
        <pc:sldMkLst>
          <pc:docMk/>
          <pc:sldMk cId="2064534217" sldId="504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4202040504" sldId="507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2653711163" sldId="510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1507878169" sldId="513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778194043" sldId="518"/>
        </pc:sldMkLst>
      </pc:sldChg>
      <pc:sldChg chg="modSp add del mod modAnim">
        <pc:chgData name="Hahn, Phil" userId="2d5c7d3c-1ebc-4c64-a257-24a55868d9d9" providerId="ADAL" clId="{A20E5BB0-4DC4-40BE-AD33-62047A683D82}" dt="2025-05-22T17:27:27.841" v="1203" actId="2696"/>
        <pc:sldMkLst>
          <pc:docMk/>
          <pc:sldMk cId="1111272102" sldId="518"/>
        </pc:sldMkLst>
      </pc:sldChg>
      <pc:sldChg chg="delSp modSp mod modAnim">
        <pc:chgData name="Hahn, Phil" userId="2d5c7d3c-1ebc-4c64-a257-24a55868d9d9" providerId="ADAL" clId="{A20E5BB0-4DC4-40BE-AD33-62047A683D82}" dt="2025-05-22T16:12:20.278" v="673" actId="20577"/>
        <pc:sldMkLst>
          <pc:docMk/>
          <pc:sldMk cId="3044190923" sldId="523"/>
        </pc:sldMkLst>
      </pc:sldChg>
      <pc:sldChg chg="ord">
        <pc:chgData name="Hahn, Phil" userId="2d5c7d3c-1ebc-4c64-a257-24a55868d9d9" providerId="ADAL" clId="{A20E5BB0-4DC4-40BE-AD33-62047A683D82}" dt="2025-05-22T15:18:30.586" v="1"/>
        <pc:sldMkLst>
          <pc:docMk/>
          <pc:sldMk cId="1724335887" sldId="528"/>
        </pc:sldMkLst>
      </pc:sldChg>
      <pc:sldChg chg="modSp mod">
        <pc:chgData name="Hahn, Phil" userId="2d5c7d3c-1ebc-4c64-a257-24a55868d9d9" providerId="ADAL" clId="{A20E5BB0-4DC4-40BE-AD33-62047A683D82}" dt="2025-05-22T15:29:05.583" v="205" actId="207"/>
        <pc:sldMkLst>
          <pc:docMk/>
          <pc:sldMk cId="3622649538" sldId="529"/>
        </pc:sldMkLst>
      </pc:sldChg>
      <pc:sldChg chg="modSp mod">
        <pc:chgData name="Hahn, Phil" userId="2d5c7d3c-1ebc-4c64-a257-24a55868d9d9" providerId="ADAL" clId="{A20E5BB0-4DC4-40BE-AD33-62047A683D82}" dt="2025-05-23T18:33:16.100" v="1931" actId="27636"/>
        <pc:sldMkLst>
          <pc:docMk/>
          <pc:sldMk cId="1932608617" sldId="530"/>
        </pc:sldMkLst>
      </pc:sldChg>
      <pc:sldChg chg="modSp mod">
        <pc:chgData name="Hahn, Phil" userId="2d5c7d3c-1ebc-4c64-a257-24a55868d9d9" providerId="ADAL" clId="{A20E5BB0-4DC4-40BE-AD33-62047A683D82}" dt="2025-05-23T18:33:46.716" v="1937" actId="12"/>
        <pc:sldMkLst>
          <pc:docMk/>
          <pc:sldMk cId="1390551122" sldId="531"/>
        </pc:sldMkLst>
      </pc:sldChg>
      <pc:sldChg chg="modSp mod modAnim">
        <pc:chgData name="Hahn, Phil" userId="2d5c7d3c-1ebc-4c64-a257-24a55868d9d9" providerId="ADAL" clId="{A20E5BB0-4DC4-40BE-AD33-62047A683D82}" dt="2025-05-23T18:33:19.094" v="1933" actId="27636"/>
        <pc:sldMkLst>
          <pc:docMk/>
          <pc:sldMk cId="135120739" sldId="532"/>
        </pc:sldMkLst>
      </pc:sldChg>
      <pc:sldChg chg="modSp add mod">
        <pc:chgData name="Hahn, Phil" userId="2d5c7d3c-1ebc-4c64-a257-24a55868d9d9" providerId="ADAL" clId="{A20E5BB0-4DC4-40BE-AD33-62047A683D82}" dt="2025-05-22T15:29:18.391" v="207" actId="113"/>
        <pc:sldMkLst>
          <pc:docMk/>
          <pc:sldMk cId="3585790935" sldId="533"/>
        </pc:sldMkLst>
      </pc:sldChg>
      <pc:sldChg chg="modSp add mod">
        <pc:chgData name="Hahn, Phil" userId="2d5c7d3c-1ebc-4c64-a257-24a55868d9d9" providerId="ADAL" clId="{A20E5BB0-4DC4-40BE-AD33-62047A683D82}" dt="2025-05-22T15:29:25.761" v="212" actId="20577"/>
        <pc:sldMkLst>
          <pc:docMk/>
          <pc:sldMk cId="854352137" sldId="534"/>
        </pc:sldMkLst>
      </pc:sldChg>
      <pc:sldChg chg="modSp add mod">
        <pc:chgData name="Hahn, Phil" userId="2d5c7d3c-1ebc-4c64-a257-24a55868d9d9" providerId="ADAL" clId="{A20E5BB0-4DC4-40BE-AD33-62047A683D82}" dt="2025-05-22T15:29:32.671" v="214" actId="113"/>
        <pc:sldMkLst>
          <pc:docMk/>
          <pc:sldMk cId="111628089" sldId="535"/>
        </pc:sldMkLst>
      </pc:sldChg>
      <pc:sldChg chg="modSp add mod">
        <pc:chgData name="Hahn, Phil" userId="2d5c7d3c-1ebc-4c64-a257-24a55868d9d9" providerId="ADAL" clId="{A20E5BB0-4DC4-40BE-AD33-62047A683D82}" dt="2025-05-22T15:31:08.437" v="242" actId="113"/>
        <pc:sldMkLst>
          <pc:docMk/>
          <pc:sldMk cId="508391876" sldId="536"/>
        </pc:sldMkLst>
      </pc:sldChg>
      <pc:sldChg chg="add">
        <pc:chgData name="Hahn, Phil" userId="2d5c7d3c-1ebc-4c64-a257-24a55868d9d9" providerId="ADAL" clId="{A20E5BB0-4DC4-40BE-AD33-62047A683D82}" dt="2025-05-22T15:31:04.714" v="241" actId="2890"/>
        <pc:sldMkLst>
          <pc:docMk/>
          <pc:sldMk cId="1529940996" sldId="537"/>
        </pc:sldMkLst>
      </pc:sldChg>
      <pc:sldChg chg="add">
        <pc:chgData name="Hahn, Phil" userId="2d5c7d3c-1ebc-4c64-a257-24a55868d9d9" providerId="ADAL" clId="{A20E5BB0-4DC4-40BE-AD33-62047A683D82}" dt="2025-05-22T16:24:35.794" v="680"/>
        <pc:sldMkLst>
          <pc:docMk/>
          <pc:sldMk cId="2961667081" sldId="538"/>
        </pc:sldMkLst>
      </pc:sldChg>
      <pc:sldChg chg="addSp delSp modSp add mod">
        <pc:chgData name="Hahn, Phil" userId="2d5c7d3c-1ebc-4c64-a257-24a55868d9d9" providerId="ADAL" clId="{A20E5BB0-4DC4-40BE-AD33-62047A683D82}" dt="2025-05-22T16:33:33.346" v="862" actId="14100"/>
        <pc:sldMkLst>
          <pc:docMk/>
          <pc:sldMk cId="3521940805" sldId="539"/>
        </pc:sldMkLst>
      </pc:sldChg>
      <pc:sldChg chg="addSp delSp modSp new mod chgLayout">
        <pc:chgData name="Hahn, Phil" userId="2d5c7d3c-1ebc-4c64-a257-24a55868d9d9" providerId="ADAL" clId="{A20E5BB0-4DC4-40BE-AD33-62047A683D82}" dt="2025-05-22T16:46:09.019" v="930" actId="20577"/>
        <pc:sldMkLst>
          <pc:docMk/>
          <pc:sldMk cId="1952824608" sldId="540"/>
        </pc:sldMkLst>
      </pc:sldChg>
      <pc:sldChg chg="addSp delSp modSp add mod">
        <pc:chgData name="Hahn, Phil" userId="2d5c7d3c-1ebc-4c64-a257-24a55868d9d9" providerId="ADAL" clId="{A20E5BB0-4DC4-40BE-AD33-62047A683D82}" dt="2025-05-22T16:47:36.388" v="932" actId="22"/>
        <pc:sldMkLst>
          <pc:docMk/>
          <pc:sldMk cId="3977299798" sldId="541"/>
        </pc:sldMkLst>
      </pc:sldChg>
      <pc:sldChg chg="addSp delSp modSp add mod ord">
        <pc:chgData name="Hahn, Phil" userId="2d5c7d3c-1ebc-4c64-a257-24a55868d9d9" providerId="ADAL" clId="{A20E5BB0-4DC4-40BE-AD33-62047A683D82}" dt="2025-05-23T18:07:26.496" v="1889" actId="113"/>
        <pc:sldMkLst>
          <pc:docMk/>
          <pc:sldMk cId="31282497" sldId="542"/>
        </pc:sldMkLst>
      </pc:sldChg>
      <pc:sldChg chg="addSp modSp new">
        <pc:chgData name="Hahn, Phil" userId="2d5c7d3c-1ebc-4c64-a257-24a55868d9d9" providerId="ADAL" clId="{A20E5BB0-4DC4-40BE-AD33-62047A683D82}" dt="2025-05-22T16:49:18.279" v="950" actId="1076"/>
        <pc:sldMkLst>
          <pc:docMk/>
          <pc:sldMk cId="1507054198" sldId="543"/>
        </pc:sldMkLst>
      </pc:sldChg>
      <pc:sldChg chg="addSp modSp new">
        <pc:chgData name="Hahn, Phil" userId="2d5c7d3c-1ebc-4c64-a257-24a55868d9d9" providerId="ADAL" clId="{A20E5BB0-4DC4-40BE-AD33-62047A683D82}" dt="2025-05-22T16:55:58.970" v="953"/>
        <pc:sldMkLst>
          <pc:docMk/>
          <pc:sldMk cId="515558907" sldId="544"/>
        </pc:sldMkLst>
      </pc:sldChg>
      <pc:sldChg chg="addSp modSp new mod ord">
        <pc:chgData name="Hahn, Phil" userId="2d5c7d3c-1ebc-4c64-a257-24a55868d9d9" providerId="ADAL" clId="{A20E5BB0-4DC4-40BE-AD33-62047A683D82}" dt="2025-05-23T19:54:00.040" v="2303" actId="1076"/>
        <pc:sldMkLst>
          <pc:docMk/>
          <pc:sldMk cId="1697973188" sldId="545"/>
        </pc:sldMkLst>
      </pc:sldChg>
      <pc:sldChg chg="add del">
        <pc:chgData name="Hahn, Phil" userId="2d5c7d3c-1ebc-4c64-a257-24a55868d9d9" providerId="ADAL" clId="{A20E5BB0-4DC4-40BE-AD33-62047A683D82}" dt="2025-05-22T17:25:45.774" v="1179" actId="47"/>
        <pc:sldMkLst>
          <pc:docMk/>
          <pc:sldMk cId="458512773" sldId="546"/>
        </pc:sldMkLst>
      </pc:sldChg>
      <pc:sldChg chg="add del">
        <pc:chgData name="Hahn, Phil" userId="2d5c7d3c-1ebc-4c64-a257-24a55868d9d9" providerId="ADAL" clId="{A20E5BB0-4DC4-40BE-AD33-62047A683D82}" dt="2025-05-22T17:27:27.841" v="1203" actId="2696"/>
        <pc:sldMkLst>
          <pc:docMk/>
          <pc:sldMk cId="1017597874" sldId="547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3465041354" sldId="547"/>
        </pc:sldMkLst>
      </pc:sldChg>
      <pc:sldChg chg="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1956910962" sldId="548"/>
        </pc:sldMkLst>
      </pc:sldChg>
      <pc:sldChg chg="modSp add mod">
        <pc:chgData name="Hahn, Phil" userId="2d5c7d3c-1ebc-4c64-a257-24a55868d9d9" providerId="ADAL" clId="{A20E5BB0-4DC4-40BE-AD33-62047A683D82}" dt="2025-05-22T17:34:00.145" v="1276" actId="14100"/>
        <pc:sldMkLst>
          <pc:docMk/>
          <pc:sldMk cId="4257311271" sldId="548"/>
        </pc:sldMkLst>
      </pc:sldChg>
      <pc:sldChg chg="addSp 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1499228819" sldId="549"/>
        </pc:sldMkLst>
      </pc:sldChg>
      <pc:sldChg chg="add">
        <pc:chgData name="Hahn, Phil" userId="2d5c7d3c-1ebc-4c64-a257-24a55868d9d9" providerId="ADAL" clId="{A20E5BB0-4DC4-40BE-AD33-62047A683D82}" dt="2025-05-22T17:27:36.347" v="1204"/>
        <pc:sldMkLst>
          <pc:docMk/>
          <pc:sldMk cId="1629069975" sldId="549"/>
        </pc:sldMkLst>
      </pc:sldChg>
      <pc:sldChg chg="modSp add del mod">
        <pc:chgData name="Hahn, Phil" userId="2d5c7d3c-1ebc-4c64-a257-24a55868d9d9" providerId="ADAL" clId="{A20E5BB0-4DC4-40BE-AD33-62047A683D82}" dt="2025-05-22T17:27:27.841" v="1203" actId="2696"/>
        <pc:sldMkLst>
          <pc:docMk/>
          <pc:sldMk cId="1147015912" sldId="550"/>
        </pc:sldMkLst>
      </pc:sldChg>
      <pc:sldChg chg="addSp delSp modSp add mod delAnim modAnim">
        <pc:chgData name="Hahn, Phil" userId="2d5c7d3c-1ebc-4c64-a257-24a55868d9d9" providerId="ADAL" clId="{A20E5BB0-4DC4-40BE-AD33-62047A683D82}" dt="2025-05-22T18:01:16.941" v="1823"/>
        <pc:sldMkLst>
          <pc:docMk/>
          <pc:sldMk cId="2037012187" sldId="550"/>
        </pc:sldMkLst>
      </pc:sldChg>
      <pc:sldChg chg="modSp new mod">
        <pc:chgData name="Hahn, Phil" userId="2d5c7d3c-1ebc-4c64-a257-24a55868d9d9" providerId="ADAL" clId="{A20E5BB0-4DC4-40BE-AD33-62047A683D82}" dt="2025-05-22T17:28:08.719" v="1270" actId="20577"/>
        <pc:sldMkLst>
          <pc:docMk/>
          <pc:sldMk cId="4013349406" sldId="551"/>
        </pc:sldMkLst>
      </pc:sldChg>
      <pc:sldChg chg="modSp add mod">
        <pc:chgData name="Hahn, Phil" userId="2d5c7d3c-1ebc-4c64-a257-24a55868d9d9" providerId="ADAL" clId="{A20E5BB0-4DC4-40BE-AD33-62047A683D82}" dt="2025-05-22T17:48:36.435" v="1373" actId="27636"/>
        <pc:sldMkLst>
          <pc:docMk/>
          <pc:sldMk cId="3033093827" sldId="552"/>
        </pc:sldMkLst>
      </pc:sldChg>
      <pc:sldChg chg="addSp delSp modSp add mod delAnim modAnim">
        <pc:chgData name="Hahn, Phil" userId="2d5c7d3c-1ebc-4c64-a257-24a55868d9d9" providerId="ADAL" clId="{A20E5BB0-4DC4-40BE-AD33-62047A683D82}" dt="2025-05-23T19:55:19.599" v="2308" actId="1076"/>
        <pc:sldMkLst>
          <pc:docMk/>
          <pc:sldMk cId="3033885441" sldId="553"/>
        </pc:sldMkLst>
      </pc:sldChg>
      <pc:sldChg chg="add">
        <pc:chgData name="Hahn, Phil" userId="2d5c7d3c-1ebc-4c64-a257-24a55868d9d9" providerId="ADAL" clId="{A20E5BB0-4DC4-40BE-AD33-62047A683D82}" dt="2025-05-22T17:59:54.916" v="1821"/>
        <pc:sldMkLst>
          <pc:docMk/>
          <pc:sldMk cId="3830075356" sldId="554"/>
        </pc:sldMkLst>
      </pc:sldChg>
      <pc:sldChg chg="modSp add mod modShow">
        <pc:chgData name="Hahn, Phil" userId="2d5c7d3c-1ebc-4c64-a257-24a55868d9d9" providerId="ADAL" clId="{A20E5BB0-4DC4-40BE-AD33-62047A683D82}" dt="2025-05-22T18:56:35.307" v="1843" actId="729"/>
        <pc:sldMkLst>
          <pc:docMk/>
          <pc:sldMk cId="2854109494" sldId="555"/>
        </pc:sldMkLst>
      </pc:sldChg>
      <pc:sldChg chg="add">
        <pc:chgData name="Hahn, Phil" userId="2d5c7d3c-1ebc-4c64-a257-24a55868d9d9" providerId="ADAL" clId="{A20E5BB0-4DC4-40BE-AD33-62047A683D82}" dt="2025-05-23T18:07:20.803" v="1887" actId="2890"/>
        <pc:sldMkLst>
          <pc:docMk/>
          <pc:sldMk cId="3054230050" sldId="556"/>
        </pc:sldMkLst>
      </pc:sldChg>
      <pc:sldChg chg="addSp delSp modSp new mod">
        <pc:chgData name="Hahn, Phil" userId="2d5c7d3c-1ebc-4c64-a257-24a55868d9d9" providerId="ADAL" clId="{A20E5BB0-4DC4-40BE-AD33-62047A683D82}" dt="2025-05-23T19:25:17.671" v="2058" actId="1076"/>
        <pc:sldMkLst>
          <pc:docMk/>
          <pc:sldMk cId="1799655882" sldId="557"/>
        </pc:sldMkLst>
      </pc:sldChg>
      <pc:sldChg chg="addSp delSp modSp add del mod">
        <pc:chgData name="Hahn, Phil" userId="2d5c7d3c-1ebc-4c64-a257-24a55868d9d9" providerId="ADAL" clId="{A20E5BB0-4DC4-40BE-AD33-62047A683D82}" dt="2025-05-23T19:34:22.728" v="2076" actId="47"/>
        <pc:sldMkLst>
          <pc:docMk/>
          <pc:sldMk cId="617560183" sldId="558"/>
        </pc:sldMkLst>
      </pc:sldChg>
      <pc:sldChg chg="modSp new mod modNotesTx">
        <pc:chgData name="Hahn, Phil" userId="2d5c7d3c-1ebc-4c64-a257-24a55868d9d9" providerId="ADAL" clId="{A20E5BB0-4DC4-40BE-AD33-62047A683D82}" dt="2025-05-27T18:25:20.394" v="3744" actId="20577"/>
        <pc:sldMkLst>
          <pc:docMk/>
          <pc:sldMk cId="2535563988" sldId="559"/>
        </pc:sldMkLst>
      </pc:sldChg>
      <pc:sldChg chg="modSp new del mod">
        <pc:chgData name="Hahn, Phil" userId="2d5c7d3c-1ebc-4c64-a257-24a55868d9d9" providerId="ADAL" clId="{A20E5BB0-4DC4-40BE-AD33-62047A683D82}" dt="2025-05-23T19:52:42.331" v="2297" actId="2696"/>
        <pc:sldMkLst>
          <pc:docMk/>
          <pc:sldMk cId="79689180" sldId="560"/>
        </pc:sldMkLst>
      </pc:sldChg>
      <pc:sldChg chg="add del">
        <pc:chgData name="Hahn, Phil" userId="2d5c7d3c-1ebc-4c64-a257-24a55868d9d9" providerId="ADAL" clId="{A20E5BB0-4DC4-40BE-AD33-62047A683D82}" dt="2025-05-23T19:56:32.118" v="2315" actId="47"/>
        <pc:sldMkLst>
          <pc:docMk/>
          <pc:sldMk cId="1209915815" sldId="560"/>
        </pc:sldMkLst>
      </pc:sldChg>
      <pc:sldChg chg="addSp delSp modSp new mod modClrScheme modAnim chgLayout">
        <pc:chgData name="Hahn, Phil" userId="2d5c7d3c-1ebc-4c64-a257-24a55868d9d9" providerId="ADAL" clId="{A20E5BB0-4DC4-40BE-AD33-62047A683D82}" dt="2025-05-23T20:17:14.506" v="2780" actId="20577"/>
        <pc:sldMkLst>
          <pc:docMk/>
          <pc:sldMk cId="3493454590" sldId="561"/>
        </pc:sldMkLst>
      </pc:sldChg>
      <pc:sldChg chg="modSp new mod">
        <pc:chgData name="Hahn, Phil" userId="2d5c7d3c-1ebc-4c64-a257-24a55868d9d9" providerId="ADAL" clId="{A20E5BB0-4DC4-40BE-AD33-62047A683D82}" dt="2025-05-27T18:39:46.361" v="3808" actId="20577"/>
        <pc:sldMkLst>
          <pc:docMk/>
          <pc:sldMk cId="1937359694" sldId="562"/>
        </pc:sldMkLst>
      </pc:sldChg>
      <pc:sldChg chg="new del">
        <pc:chgData name="Hahn, Phil" userId="2d5c7d3c-1ebc-4c64-a257-24a55868d9d9" providerId="ADAL" clId="{A20E5BB0-4DC4-40BE-AD33-62047A683D82}" dt="2025-05-23T19:29:58.805" v="2065" actId="47"/>
        <pc:sldMkLst>
          <pc:docMk/>
          <pc:sldMk cId="1048803234" sldId="563"/>
        </pc:sldMkLst>
      </pc:sldChg>
      <pc:sldChg chg="modSp new mod modNotesTx">
        <pc:chgData name="Hahn, Phil" userId="2d5c7d3c-1ebc-4c64-a257-24a55868d9d9" providerId="ADAL" clId="{A20E5BB0-4DC4-40BE-AD33-62047A683D82}" dt="2025-05-27T18:23:53.022" v="3733" actId="20577"/>
        <pc:sldMkLst>
          <pc:docMk/>
          <pc:sldMk cId="2573282140" sldId="563"/>
        </pc:sldMkLst>
      </pc:sldChg>
      <pc:sldChg chg="addSp modSp new del mod modClrScheme chgLayout">
        <pc:chgData name="Hahn, Phil" userId="2d5c7d3c-1ebc-4c64-a257-24a55868d9d9" providerId="ADAL" clId="{A20E5BB0-4DC4-40BE-AD33-62047A683D82}" dt="2025-05-23T19:39:09.333" v="2280" actId="2696"/>
        <pc:sldMkLst>
          <pc:docMk/>
          <pc:sldMk cId="2154692426" sldId="564"/>
        </pc:sldMkLst>
      </pc:sldChg>
      <pc:sldChg chg="modSp add mod modNotesTx">
        <pc:chgData name="Hahn, Phil" userId="2d5c7d3c-1ebc-4c64-a257-24a55868d9d9" providerId="ADAL" clId="{A20E5BB0-4DC4-40BE-AD33-62047A683D82}" dt="2025-05-27T18:23:59.888" v="3737" actId="20577"/>
        <pc:sldMkLst>
          <pc:docMk/>
          <pc:sldMk cId="4245055439" sldId="564"/>
        </pc:sldMkLst>
      </pc:sldChg>
      <pc:sldChg chg="modSp new mod ord modNotesTx">
        <pc:chgData name="Hahn, Phil" userId="2d5c7d3c-1ebc-4c64-a257-24a55868d9d9" providerId="ADAL" clId="{A20E5BB0-4DC4-40BE-AD33-62047A683D82}" dt="2025-05-27T18:33:10.725" v="3765"/>
        <pc:sldMkLst>
          <pc:docMk/>
          <pc:sldMk cId="2082384942" sldId="565"/>
        </pc:sldMkLst>
      </pc:sldChg>
      <pc:sldChg chg="add">
        <pc:chgData name="Hahn, Phil" userId="2d5c7d3c-1ebc-4c64-a257-24a55868d9d9" providerId="ADAL" clId="{A20E5BB0-4DC4-40BE-AD33-62047A683D82}" dt="2025-05-23T19:53:16.231" v="2299" actId="2890"/>
        <pc:sldMkLst>
          <pc:docMk/>
          <pc:sldMk cId="2264226048" sldId="566"/>
        </pc:sldMkLst>
      </pc:sldChg>
      <pc:sldChg chg="modSp new mod modNotesTx">
        <pc:chgData name="Hahn, Phil" userId="2d5c7d3c-1ebc-4c64-a257-24a55868d9d9" providerId="ADAL" clId="{A20E5BB0-4DC4-40BE-AD33-62047A683D82}" dt="2025-05-27T18:36:10.816" v="3805" actId="20577"/>
        <pc:sldMkLst>
          <pc:docMk/>
          <pc:sldMk cId="2579929920" sldId="567"/>
        </pc:sldMkLst>
      </pc:sldChg>
      <pc:sldChg chg="add mod modShow">
        <pc:chgData name="Hahn, Phil" userId="2d5c7d3c-1ebc-4c64-a257-24a55868d9d9" providerId="ADAL" clId="{A20E5BB0-4DC4-40BE-AD33-62047A683D82}" dt="2025-05-23T21:08:29.448" v="3208" actId="729"/>
        <pc:sldMkLst>
          <pc:docMk/>
          <pc:sldMk cId="1991656309" sldId="568"/>
        </pc:sldMkLst>
      </pc:sldChg>
      <pc:sldChg chg="addSp delSp modSp new del mod modClrScheme chgLayout modNotesTx">
        <pc:chgData name="Hahn, Phil" userId="2d5c7d3c-1ebc-4c64-a257-24a55868d9d9" providerId="ADAL" clId="{A20E5BB0-4DC4-40BE-AD33-62047A683D82}" dt="2025-05-27T18:35:58.080" v="3787" actId="2696"/>
        <pc:sldMkLst>
          <pc:docMk/>
          <pc:sldMk cId="3971804499" sldId="569"/>
        </pc:sldMkLst>
      </pc:sldChg>
    </pc:docChg>
  </pc:docChgLst>
  <pc:docChgLst>
    <pc:chgData name="Bauer, Alexandra" userId="e3a7df38-7a7b-409e-906e-47ba7020fc8d" providerId="ADAL" clId="{C067157D-1763-4F04-9A18-FB2053DF1D70}"/>
    <pc:docChg chg="undo custSel addSld delSld modSld sldOrd">
      <pc:chgData name="Bauer, Alexandra" userId="e3a7df38-7a7b-409e-906e-47ba7020fc8d" providerId="ADAL" clId="{C067157D-1763-4F04-9A18-FB2053DF1D70}" dt="2025-07-16T05:49:58.279" v="516" actId="255"/>
      <pc:docMkLst>
        <pc:docMk/>
      </pc:docMkLst>
      <pc:sldChg chg="addSp delSp modSp mod delAnim">
        <pc:chgData name="Bauer, Alexandra" userId="e3a7df38-7a7b-409e-906e-47ba7020fc8d" providerId="ADAL" clId="{C067157D-1763-4F04-9A18-FB2053DF1D70}" dt="2025-07-15T20:31:11.268" v="47" actId="478"/>
        <pc:sldMkLst>
          <pc:docMk/>
          <pc:sldMk cId="3806656529" sldId="309"/>
        </pc:sldMkLst>
        <pc:spChg chg="add del mod">
          <ac:chgData name="Bauer, Alexandra" userId="e3a7df38-7a7b-409e-906e-47ba7020fc8d" providerId="ADAL" clId="{C067157D-1763-4F04-9A18-FB2053DF1D70}" dt="2025-07-15T20:29:10.814" v="33" actId="478"/>
          <ac:spMkLst>
            <pc:docMk/>
            <pc:sldMk cId="3806656529" sldId="309"/>
            <ac:spMk id="7" creationId="{50A74130-F4F1-5E77-D887-99A0F3399900}"/>
          </ac:spMkLst>
        </pc:spChg>
        <pc:picChg chg="add mod ord">
          <ac:chgData name="Bauer, Alexandra" userId="e3a7df38-7a7b-409e-906e-47ba7020fc8d" providerId="ADAL" clId="{C067157D-1763-4F04-9A18-FB2053DF1D70}" dt="2025-07-15T20:23:43.234" v="17" actId="1037"/>
          <ac:picMkLst>
            <pc:docMk/>
            <pc:sldMk cId="3806656529" sldId="309"/>
            <ac:picMk id="4" creationId="{C6F07F92-5348-C1F7-0049-FE747487BBA1}"/>
          </ac:picMkLst>
        </pc:picChg>
        <pc:picChg chg="add mod">
          <ac:chgData name="Bauer, Alexandra" userId="e3a7df38-7a7b-409e-906e-47ba7020fc8d" providerId="ADAL" clId="{C067157D-1763-4F04-9A18-FB2053DF1D70}" dt="2025-07-15T20:23:35.724" v="15" actId="1076"/>
          <ac:picMkLst>
            <pc:docMk/>
            <pc:sldMk cId="3806656529" sldId="309"/>
            <ac:picMk id="5" creationId="{CB1C391F-2EF6-0ACF-95E7-01D15E900AF3}"/>
          </ac:picMkLst>
        </pc:picChg>
        <pc:picChg chg="del">
          <ac:chgData name="Bauer, Alexandra" userId="e3a7df38-7a7b-409e-906e-47ba7020fc8d" providerId="ADAL" clId="{C067157D-1763-4F04-9A18-FB2053DF1D70}" dt="2025-07-15T20:23:19.070" v="8" actId="478"/>
          <ac:picMkLst>
            <pc:docMk/>
            <pc:sldMk cId="3806656529" sldId="309"/>
            <ac:picMk id="6" creationId="{5C2DC9D1-6A97-4C99-994E-9C195D7D0AF5}"/>
          </ac:picMkLst>
        </pc:picChg>
        <pc:picChg chg="del">
          <ac:chgData name="Bauer, Alexandra" userId="e3a7df38-7a7b-409e-906e-47ba7020fc8d" providerId="ADAL" clId="{C067157D-1763-4F04-9A18-FB2053DF1D70}" dt="2025-07-15T20:23:07.618" v="4" actId="478"/>
          <ac:picMkLst>
            <pc:docMk/>
            <pc:sldMk cId="3806656529" sldId="309"/>
            <ac:picMk id="8" creationId="{BC2A238F-877C-F5DB-D959-7CB19200C12D}"/>
          </ac:picMkLst>
        </pc:picChg>
        <pc:picChg chg="add del mod">
          <ac:chgData name="Bauer, Alexandra" userId="e3a7df38-7a7b-409e-906e-47ba7020fc8d" providerId="ADAL" clId="{C067157D-1763-4F04-9A18-FB2053DF1D70}" dt="2025-07-15T20:31:11.268" v="47" actId="478"/>
          <ac:picMkLst>
            <pc:docMk/>
            <pc:sldMk cId="3806656529" sldId="309"/>
            <ac:picMk id="10" creationId="{C9D11B92-2F9B-655F-6155-5B8D85444B99}"/>
          </ac:picMkLst>
        </pc:picChg>
        <pc:picChg chg="add mod">
          <ac:chgData name="Bauer, Alexandra" userId="e3a7df38-7a7b-409e-906e-47ba7020fc8d" providerId="ADAL" clId="{C067157D-1763-4F04-9A18-FB2053DF1D70}" dt="2025-07-15T20:31:10.915" v="46" actId="14100"/>
          <ac:picMkLst>
            <pc:docMk/>
            <pc:sldMk cId="3806656529" sldId="309"/>
            <ac:picMk id="12" creationId="{031D7099-EC66-7FE9-3CF1-27D63CAF8C2C}"/>
          </ac:picMkLst>
        </pc:picChg>
      </pc:sldChg>
      <pc:sldChg chg="addSp delSp modSp mod">
        <pc:chgData name="Bauer, Alexandra" userId="e3a7df38-7a7b-409e-906e-47ba7020fc8d" providerId="ADAL" clId="{C067157D-1763-4F04-9A18-FB2053DF1D70}" dt="2025-07-15T20:35:57.880" v="76" actId="1076"/>
        <pc:sldMkLst>
          <pc:docMk/>
          <pc:sldMk cId="48714000" sldId="493"/>
        </pc:sldMkLst>
        <pc:spChg chg="del">
          <ac:chgData name="Bauer, Alexandra" userId="e3a7df38-7a7b-409e-906e-47ba7020fc8d" providerId="ADAL" clId="{C067157D-1763-4F04-9A18-FB2053DF1D70}" dt="2025-07-15T20:35:42.337" v="73" actId="478"/>
          <ac:spMkLst>
            <pc:docMk/>
            <pc:sldMk cId="48714000" sldId="493"/>
            <ac:spMk id="2" creationId="{A430599A-FB4F-81E6-E649-25A3DBDD12AC}"/>
          </ac:spMkLst>
        </pc:spChg>
        <pc:spChg chg="add del mod">
          <ac:chgData name="Bauer, Alexandra" userId="e3a7df38-7a7b-409e-906e-47ba7020fc8d" providerId="ADAL" clId="{C067157D-1763-4F04-9A18-FB2053DF1D70}" dt="2025-07-15T20:32:20.985" v="51" actId="22"/>
          <ac:spMkLst>
            <pc:docMk/>
            <pc:sldMk cId="48714000" sldId="493"/>
            <ac:spMk id="4" creationId="{6B2520BE-ADDB-F1E9-895B-2AEC84D99EAA}"/>
          </ac:spMkLst>
        </pc:spChg>
        <pc:picChg chg="del">
          <ac:chgData name="Bauer, Alexandra" userId="e3a7df38-7a7b-409e-906e-47ba7020fc8d" providerId="ADAL" clId="{C067157D-1763-4F04-9A18-FB2053DF1D70}" dt="2025-07-15T20:32:18.166" v="48" actId="478"/>
          <ac:picMkLst>
            <pc:docMk/>
            <pc:sldMk cId="48714000" sldId="493"/>
            <ac:picMk id="5" creationId="{478E1B66-49F5-1A93-EA22-2DAD159D5737}"/>
          </ac:picMkLst>
        </pc:picChg>
        <pc:picChg chg="add del">
          <ac:chgData name="Bauer, Alexandra" userId="e3a7df38-7a7b-409e-906e-47ba7020fc8d" providerId="ADAL" clId="{C067157D-1763-4F04-9A18-FB2053DF1D70}" dt="2025-07-15T20:32:19.267" v="50" actId="22"/>
          <ac:picMkLst>
            <pc:docMk/>
            <pc:sldMk cId="48714000" sldId="493"/>
            <ac:picMk id="7" creationId="{1C9E455E-50E5-73A7-65C3-8AF39C93AA78}"/>
          </ac:picMkLst>
        </pc:picChg>
        <pc:picChg chg="add mod ord modCrop">
          <ac:chgData name="Bauer, Alexandra" userId="e3a7df38-7a7b-409e-906e-47ba7020fc8d" providerId="ADAL" clId="{C067157D-1763-4F04-9A18-FB2053DF1D70}" dt="2025-07-15T20:35:55.352" v="75" actId="1076"/>
          <ac:picMkLst>
            <pc:docMk/>
            <pc:sldMk cId="48714000" sldId="493"/>
            <ac:picMk id="9" creationId="{AA2ABFFD-F000-4555-BC20-F255992C1033}"/>
          </ac:picMkLst>
        </pc:picChg>
        <pc:picChg chg="add del mod">
          <ac:chgData name="Bauer, Alexandra" userId="e3a7df38-7a7b-409e-906e-47ba7020fc8d" providerId="ADAL" clId="{C067157D-1763-4F04-9A18-FB2053DF1D70}" dt="2025-07-15T20:35:10.176" v="63" actId="478"/>
          <ac:picMkLst>
            <pc:docMk/>
            <pc:sldMk cId="48714000" sldId="493"/>
            <ac:picMk id="11" creationId="{A6CCFC29-5F2E-13A8-DC12-A5C28F2D97EC}"/>
          </ac:picMkLst>
        </pc:picChg>
        <pc:picChg chg="add mod">
          <ac:chgData name="Bauer, Alexandra" userId="e3a7df38-7a7b-409e-906e-47ba7020fc8d" providerId="ADAL" clId="{C067157D-1763-4F04-9A18-FB2053DF1D70}" dt="2025-07-15T20:35:57.880" v="76" actId="1076"/>
          <ac:picMkLst>
            <pc:docMk/>
            <pc:sldMk cId="48714000" sldId="493"/>
            <ac:picMk id="13" creationId="{7F41395F-8E37-FCE4-8C9B-EDF77313310A}"/>
          </ac:picMkLst>
        </pc:picChg>
      </pc:sldChg>
      <pc:sldChg chg="modSp mod ord modAnim">
        <pc:chgData name="Bauer, Alexandra" userId="e3a7df38-7a7b-409e-906e-47ba7020fc8d" providerId="ADAL" clId="{C067157D-1763-4F04-9A18-FB2053DF1D70}" dt="2025-07-15T22:14:36.858" v="509"/>
        <pc:sldMkLst>
          <pc:docMk/>
          <pc:sldMk cId="1724335887" sldId="528"/>
        </pc:sldMkLst>
        <pc:spChg chg="ord">
          <ac:chgData name="Bauer, Alexandra" userId="e3a7df38-7a7b-409e-906e-47ba7020fc8d" providerId="ADAL" clId="{C067157D-1763-4F04-9A18-FB2053DF1D70}" dt="2025-07-15T22:14:08.407" v="505" actId="167"/>
          <ac:spMkLst>
            <pc:docMk/>
            <pc:sldMk cId="1724335887" sldId="528"/>
            <ac:spMk id="3" creationId="{460B33DD-99FD-4E97-B6FB-323935CC3ADE}"/>
          </ac:spMkLst>
        </pc:spChg>
      </pc:sldChg>
      <pc:sldChg chg="addSp delSp modSp mod modAnim">
        <pc:chgData name="Bauer, Alexandra" userId="e3a7df38-7a7b-409e-906e-47ba7020fc8d" providerId="ADAL" clId="{C067157D-1763-4F04-9A18-FB2053DF1D70}" dt="2025-07-16T05:46:46.475" v="510"/>
        <pc:sldMkLst>
          <pc:docMk/>
          <pc:sldMk cId="1932608617" sldId="530"/>
        </pc:sldMkLst>
        <pc:spChg chg="add del mod">
          <ac:chgData name="Bauer, Alexandra" userId="e3a7df38-7a7b-409e-906e-47ba7020fc8d" providerId="ADAL" clId="{C067157D-1763-4F04-9A18-FB2053DF1D70}" dt="2025-07-15T21:29:30.650" v="84" actId="478"/>
          <ac:spMkLst>
            <pc:docMk/>
            <pc:sldMk cId="1932608617" sldId="530"/>
            <ac:spMk id="4" creationId="{E0FC6EB6-9280-79C7-FEF1-4D48B2B8C921}"/>
          </ac:spMkLst>
        </pc:spChg>
        <pc:spChg chg="add mod ord">
          <ac:chgData name="Bauer, Alexandra" userId="e3a7df38-7a7b-409e-906e-47ba7020fc8d" providerId="ADAL" clId="{C067157D-1763-4F04-9A18-FB2053DF1D70}" dt="2025-07-15T21:35:41.711" v="174" actId="1076"/>
          <ac:spMkLst>
            <pc:docMk/>
            <pc:sldMk cId="1932608617" sldId="530"/>
            <ac:spMk id="15" creationId="{398ABA54-7E21-7590-B161-646FD380D61D}"/>
          </ac:spMkLst>
        </pc:spChg>
        <pc:picChg chg="add del mod">
          <ac:chgData name="Bauer, Alexandra" userId="e3a7df38-7a7b-409e-906e-47ba7020fc8d" providerId="ADAL" clId="{C067157D-1763-4F04-9A18-FB2053DF1D70}" dt="2025-07-15T21:33:35.479" v="144" actId="478"/>
          <ac:picMkLst>
            <pc:docMk/>
            <pc:sldMk cId="1932608617" sldId="530"/>
            <ac:picMk id="6" creationId="{79BD7A76-772F-28C2-FA1E-97A95EAD534E}"/>
          </ac:picMkLst>
        </pc:picChg>
        <pc:picChg chg="del mod">
          <ac:chgData name="Bauer, Alexandra" userId="e3a7df38-7a7b-409e-906e-47ba7020fc8d" providerId="ADAL" clId="{C067157D-1763-4F04-9A18-FB2053DF1D70}" dt="2025-07-15T21:21:30.442" v="81" actId="478"/>
          <ac:picMkLst>
            <pc:docMk/>
            <pc:sldMk cId="1932608617" sldId="530"/>
            <ac:picMk id="10" creationId="{3F0BA369-881A-C040-8307-EDFC1CC7CD38}"/>
          </ac:picMkLst>
        </pc:picChg>
        <pc:picChg chg="add del mod">
          <ac:chgData name="Bauer, Alexandra" userId="e3a7df38-7a7b-409e-906e-47ba7020fc8d" providerId="ADAL" clId="{C067157D-1763-4F04-9A18-FB2053DF1D70}" dt="2025-07-15T21:32:52.476" v="129" actId="478"/>
          <ac:picMkLst>
            <pc:docMk/>
            <pc:sldMk cId="1932608617" sldId="530"/>
            <ac:picMk id="14" creationId="{CAB95832-1828-8FCF-7876-8272DCF5FA68}"/>
          </ac:picMkLst>
        </pc:picChg>
        <pc:picChg chg="add mod modCrop">
          <ac:chgData name="Bauer, Alexandra" userId="e3a7df38-7a7b-409e-906e-47ba7020fc8d" providerId="ADAL" clId="{C067157D-1763-4F04-9A18-FB2053DF1D70}" dt="2025-07-15T21:34:44.012" v="158" actId="1076"/>
          <ac:picMkLst>
            <pc:docMk/>
            <pc:sldMk cId="1932608617" sldId="530"/>
            <ac:picMk id="17" creationId="{32F8236A-8032-D1CF-4036-CCEFCE825157}"/>
          </ac:picMkLst>
        </pc:picChg>
        <pc:picChg chg="add mod">
          <ac:chgData name="Bauer, Alexandra" userId="e3a7df38-7a7b-409e-906e-47ba7020fc8d" providerId="ADAL" clId="{C067157D-1763-4F04-9A18-FB2053DF1D70}" dt="2025-07-15T21:35:06.926" v="166" actId="1076"/>
          <ac:picMkLst>
            <pc:docMk/>
            <pc:sldMk cId="1932608617" sldId="530"/>
            <ac:picMk id="19" creationId="{1E781F0D-D91C-2917-8A44-321F2E997911}"/>
          </ac:picMkLst>
        </pc:picChg>
      </pc:sldChg>
      <pc:sldChg chg="del">
        <pc:chgData name="Bauer, Alexandra" userId="e3a7df38-7a7b-409e-906e-47ba7020fc8d" providerId="ADAL" clId="{C067157D-1763-4F04-9A18-FB2053DF1D70}" dt="2025-07-15T21:21:28.235" v="80" actId="47"/>
        <pc:sldMkLst>
          <pc:docMk/>
          <pc:sldMk cId="1390551122" sldId="531"/>
        </pc:sldMkLst>
      </pc:sldChg>
      <pc:sldChg chg="modSp mod modAnim">
        <pc:chgData name="Bauer, Alexandra" userId="e3a7df38-7a7b-409e-906e-47ba7020fc8d" providerId="ADAL" clId="{C067157D-1763-4F04-9A18-FB2053DF1D70}" dt="2025-07-16T05:49:58.279" v="516" actId="255"/>
        <pc:sldMkLst>
          <pc:docMk/>
          <pc:sldMk cId="135120739" sldId="532"/>
        </pc:sldMkLst>
        <pc:spChg chg="mod">
          <ac:chgData name="Bauer, Alexandra" userId="e3a7df38-7a7b-409e-906e-47ba7020fc8d" providerId="ADAL" clId="{C067157D-1763-4F04-9A18-FB2053DF1D70}" dt="2025-07-16T05:49:58.279" v="516" actId="255"/>
          <ac:spMkLst>
            <pc:docMk/>
            <pc:sldMk cId="135120739" sldId="532"/>
            <ac:spMk id="3" creationId="{F4E5919C-4284-7AEF-3629-64ADB7616A79}"/>
          </ac:spMkLst>
        </pc:spChg>
      </pc:sldChg>
      <pc:sldChg chg="addSp delSp modSp add mod modAnim">
        <pc:chgData name="Bauer, Alexandra" userId="e3a7df38-7a7b-409e-906e-47ba7020fc8d" providerId="ADAL" clId="{C067157D-1763-4F04-9A18-FB2053DF1D70}" dt="2025-07-15T22:13:14.570" v="496"/>
        <pc:sldMkLst>
          <pc:docMk/>
          <pc:sldMk cId="76879445" sldId="572"/>
        </pc:sldMkLst>
        <pc:spChg chg="mod">
          <ac:chgData name="Bauer, Alexandra" userId="e3a7df38-7a7b-409e-906e-47ba7020fc8d" providerId="ADAL" clId="{C067157D-1763-4F04-9A18-FB2053DF1D70}" dt="2025-07-15T22:13:01.695" v="493" actId="20577"/>
          <ac:spMkLst>
            <pc:docMk/>
            <pc:sldMk cId="76879445" sldId="572"/>
            <ac:spMk id="3" creationId="{A8942871-DC59-1428-01D6-44A9D12A0E2C}"/>
          </ac:spMkLst>
        </pc:spChg>
        <pc:spChg chg="add del mod">
          <ac:chgData name="Bauer, Alexandra" userId="e3a7df38-7a7b-409e-906e-47ba7020fc8d" providerId="ADAL" clId="{C067157D-1763-4F04-9A18-FB2053DF1D70}" dt="2025-07-15T21:49:59.938" v="207"/>
          <ac:spMkLst>
            <pc:docMk/>
            <pc:sldMk cId="76879445" sldId="572"/>
            <ac:spMk id="6" creationId="{D25E15DF-CAF8-9F53-B791-610480AE8A58}"/>
          </ac:spMkLst>
        </pc:spChg>
        <pc:spChg chg="add mod">
          <ac:chgData name="Bauer, Alexandra" userId="e3a7df38-7a7b-409e-906e-47ba7020fc8d" providerId="ADAL" clId="{C067157D-1763-4F04-9A18-FB2053DF1D70}" dt="2025-07-15T22:12:37.601" v="490" actId="164"/>
          <ac:spMkLst>
            <pc:docMk/>
            <pc:sldMk cId="76879445" sldId="572"/>
            <ac:spMk id="7" creationId="{24EEF828-8278-8ADB-EE76-811207C8C2DE}"/>
          </ac:spMkLst>
        </pc:spChg>
        <pc:spChg chg="del mod">
          <ac:chgData name="Bauer, Alexandra" userId="e3a7df38-7a7b-409e-906e-47ba7020fc8d" providerId="ADAL" clId="{C067157D-1763-4F04-9A18-FB2053DF1D70}" dt="2025-07-15T21:39:11.880" v="189" actId="478"/>
          <ac:spMkLst>
            <pc:docMk/>
            <pc:sldMk cId="76879445" sldId="572"/>
            <ac:spMk id="11" creationId="{2E57E56A-82A7-5CC3-FB1A-CF9555418745}"/>
          </ac:spMkLst>
        </pc:spChg>
        <pc:spChg chg="del">
          <ac:chgData name="Bauer, Alexandra" userId="e3a7df38-7a7b-409e-906e-47ba7020fc8d" providerId="ADAL" clId="{C067157D-1763-4F04-9A18-FB2053DF1D70}" dt="2025-07-15T21:39:10.002" v="187" actId="478"/>
          <ac:spMkLst>
            <pc:docMk/>
            <pc:sldMk cId="76879445" sldId="572"/>
            <ac:spMk id="12" creationId="{FE01B491-1540-1D14-C0E8-94C9709B4D2B}"/>
          </ac:spMkLst>
        </pc:spChg>
        <pc:spChg chg="add mod">
          <ac:chgData name="Bauer, Alexandra" userId="e3a7df38-7a7b-409e-906e-47ba7020fc8d" providerId="ADAL" clId="{C067157D-1763-4F04-9A18-FB2053DF1D70}" dt="2025-07-15T22:12:41.912" v="491" actId="164"/>
          <ac:spMkLst>
            <pc:docMk/>
            <pc:sldMk cId="76879445" sldId="572"/>
            <ac:spMk id="14" creationId="{EFC7F085-AE0E-1D0E-3C06-26F2CC4D4527}"/>
          </ac:spMkLst>
        </pc:spChg>
        <pc:spChg chg="del">
          <ac:chgData name="Bauer, Alexandra" userId="e3a7df38-7a7b-409e-906e-47ba7020fc8d" providerId="ADAL" clId="{C067157D-1763-4F04-9A18-FB2053DF1D70}" dt="2025-07-15T21:39:10.002" v="187" actId="478"/>
          <ac:spMkLst>
            <pc:docMk/>
            <pc:sldMk cId="76879445" sldId="572"/>
            <ac:spMk id="15" creationId="{810C6A83-89FA-8A9C-97A9-57DE1584932B}"/>
          </ac:spMkLst>
        </pc:spChg>
        <pc:spChg chg="del">
          <ac:chgData name="Bauer, Alexandra" userId="e3a7df38-7a7b-409e-906e-47ba7020fc8d" providerId="ADAL" clId="{C067157D-1763-4F04-9A18-FB2053DF1D70}" dt="2025-07-15T21:39:32.971" v="198" actId="478"/>
          <ac:spMkLst>
            <pc:docMk/>
            <pc:sldMk cId="76879445" sldId="572"/>
            <ac:spMk id="16" creationId="{B88CF634-2C86-8771-E5C3-DABAFFD1AC8A}"/>
          </ac:spMkLst>
        </pc:spChg>
        <pc:spChg chg="add del">
          <ac:chgData name="Bauer, Alexandra" userId="e3a7df38-7a7b-409e-906e-47ba7020fc8d" providerId="ADAL" clId="{C067157D-1763-4F04-9A18-FB2053DF1D70}" dt="2025-07-15T21:51:07.457" v="226" actId="22"/>
          <ac:spMkLst>
            <pc:docMk/>
            <pc:sldMk cId="76879445" sldId="572"/>
            <ac:spMk id="18" creationId="{7EB829C1-41F3-F067-8A17-6971FEBB54AC}"/>
          </ac:spMkLst>
        </pc:spChg>
        <pc:spChg chg="del">
          <ac:chgData name="Bauer, Alexandra" userId="e3a7df38-7a7b-409e-906e-47ba7020fc8d" providerId="ADAL" clId="{C067157D-1763-4F04-9A18-FB2053DF1D70}" dt="2025-07-15T21:39:18.611" v="194" actId="478"/>
          <ac:spMkLst>
            <pc:docMk/>
            <pc:sldMk cId="76879445" sldId="572"/>
            <ac:spMk id="23" creationId="{01071274-8108-1EC4-3166-190860BC4DBB}"/>
          </ac:spMkLst>
        </pc:spChg>
        <pc:spChg chg="del mod">
          <ac:chgData name="Bauer, Alexandra" userId="e3a7df38-7a7b-409e-906e-47ba7020fc8d" providerId="ADAL" clId="{C067157D-1763-4F04-9A18-FB2053DF1D70}" dt="2025-07-15T21:39:16.571" v="193" actId="478"/>
          <ac:spMkLst>
            <pc:docMk/>
            <pc:sldMk cId="76879445" sldId="572"/>
            <ac:spMk id="24" creationId="{C99FC0A0-5A2B-0238-4871-17A4F3BFB5F7}"/>
          </ac:spMkLst>
        </pc:spChg>
        <pc:spChg chg="del">
          <ac:chgData name="Bauer, Alexandra" userId="e3a7df38-7a7b-409e-906e-47ba7020fc8d" providerId="ADAL" clId="{C067157D-1763-4F04-9A18-FB2053DF1D70}" dt="2025-07-15T21:39:10.002" v="187" actId="478"/>
          <ac:spMkLst>
            <pc:docMk/>
            <pc:sldMk cId="76879445" sldId="572"/>
            <ac:spMk id="26" creationId="{EE081939-DAF5-A6A8-67EC-2E9B727ADB04}"/>
          </ac:spMkLst>
        </pc:spChg>
        <pc:spChg chg="add mod">
          <ac:chgData name="Bauer, Alexandra" userId="e3a7df38-7a7b-409e-906e-47ba7020fc8d" providerId="ADAL" clId="{C067157D-1763-4F04-9A18-FB2053DF1D70}" dt="2025-07-15T22:12:47.141" v="492" actId="164"/>
          <ac:spMkLst>
            <pc:docMk/>
            <pc:sldMk cId="76879445" sldId="572"/>
            <ac:spMk id="28" creationId="{67381B2D-E434-93AD-2AEE-CFA6AC31F10E}"/>
          </ac:spMkLst>
        </pc:spChg>
        <pc:spChg chg="del mod">
          <ac:chgData name="Bauer, Alexandra" userId="e3a7df38-7a7b-409e-906e-47ba7020fc8d" providerId="ADAL" clId="{C067157D-1763-4F04-9A18-FB2053DF1D70}" dt="2025-07-15T21:52:45.196" v="258" actId="478"/>
          <ac:spMkLst>
            <pc:docMk/>
            <pc:sldMk cId="76879445" sldId="572"/>
            <ac:spMk id="39" creationId="{D2F25C4C-C07A-38D7-A763-D0AB07FBC71D}"/>
          </ac:spMkLst>
        </pc:spChg>
        <pc:spChg chg="del mod">
          <ac:chgData name="Bauer, Alexandra" userId="e3a7df38-7a7b-409e-906e-47ba7020fc8d" providerId="ADAL" clId="{C067157D-1763-4F04-9A18-FB2053DF1D70}" dt="2025-07-15T21:52:47.250" v="259" actId="478"/>
          <ac:spMkLst>
            <pc:docMk/>
            <pc:sldMk cId="76879445" sldId="572"/>
            <ac:spMk id="40" creationId="{F185054F-1236-63B8-28B8-7660B1E7566B}"/>
          </ac:spMkLst>
        </pc:spChg>
        <pc:spChg chg="mod">
          <ac:chgData name="Bauer, Alexandra" userId="e3a7df38-7a7b-409e-906e-47ba7020fc8d" providerId="ADAL" clId="{C067157D-1763-4F04-9A18-FB2053DF1D70}" dt="2025-07-15T21:53:17.867" v="268" actId="14100"/>
          <ac:spMkLst>
            <pc:docMk/>
            <pc:sldMk cId="76879445" sldId="572"/>
            <ac:spMk id="41" creationId="{A40F3C98-5792-3963-6944-6CCEACBC39D0}"/>
          </ac:spMkLst>
        </pc:spChg>
        <pc:spChg chg="mod">
          <ac:chgData name="Bauer, Alexandra" userId="e3a7df38-7a7b-409e-906e-47ba7020fc8d" providerId="ADAL" clId="{C067157D-1763-4F04-9A18-FB2053DF1D70}" dt="2025-07-15T21:58:40.514" v="293"/>
          <ac:spMkLst>
            <pc:docMk/>
            <pc:sldMk cId="76879445" sldId="572"/>
            <ac:spMk id="56" creationId="{4985E55D-F4B9-0FAE-BB50-E40EF63F96C8}"/>
          </ac:spMkLst>
        </pc:spChg>
        <pc:spChg chg="mod">
          <ac:chgData name="Bauer, Alexandra" userId="e3a7df38-7a7b-409e-906e-47ba7020fc8d" providerId="ADAL" clId="{C067157D-1763-4F04-9A18-FB2053DF1D70}" dt="2025-07-15T21:58:40.514" v="293"/>
          <ac:spMkLst>
            <pc:docMk/>
            <pc:sldMk cId="76879445" sldId="572"/>
            <ac:spMk id="57" creationId="{39C12505-765B-530E-8667-F747508F6671}"/>
          </ac:spMkLst>
        </pc:spChg>
        <pc:spChg chg="mod">
          <ac:chgData name="Bauer, Alexandra" userId="e3a7df38-7a7b-409e-906e-47ba7020fc8d" providerId="ADAL" clId="{C067157D-1763-4F04-9A18-FB2053DF1D70}" dt="2025-07-15T21:58:40.514" v="293"/>
          <ac:spMkLst>
            <pc:docMk/>
            <pc:sldMk cId="76879445" sldId="572"/>
            <ac:spMk id="58" creationId="{A2AD84AC-3D38-67F7-E72E-E91CC0702696}"/>
          </ac:spMkLst>
        </pc:spChg>
        <pc:spChg chg="add mod ord">
          <ac:chgData name="Bauer, Alexandra" userId="e3a7df38-7a7b-409e-906e-47ba7020fc8d" providerId="ADAL" clId="{C067157D-1763-4F04-9A18-FB2053DF1D70}" dt="2025-07-15T22:12:23.795" v="487" actId="1582"/>
          <ac:spMkLst>
            <pc:docMk/>
            <pc:sldMk cId="76879445" sldId="572"/>
            <ac:spMk id="1033" creationId="{5F90338C-B8B6-34FA-2BFE-D1524AAE68B5}"/>
          </ac:spMkLst>
        </pc:spChg>
        <pc:spChg chg="add mod ord">
          <ac:chgData name="Bauer, Alexandra" userId="e3a7df38-7a7b-409e-906e-47ba7020fc8d" providerId="ADAL" clId="{C067157D-1763-4F04-9A18-FB2053DF1D70}" dt="2025-07-15T22:09:53.430" v="457" actId="164"/>
          <ac:spMkLst>
            <pc:docMk/>
            <pc:sldMk cId="76879445" sldId="572"/>
            <ac:spMk id="1034" creationId="{2CCF2F3C-55F0-0CFC-1602-9305D4945864}"/>
          </ac:spMkLst>
        </pc:spChg>
        <pc:grpChg chg="del">
          <ac:chgData name="Bauer, Alexandra" userId="e3a7df38-7a7b-409e-906e-47ba7020fc8d" providerId="ADAL" clId="{C067157D-1763-4F04-9A18-FB2053DF1D70}" dt="2025-07-15T21:39:12.587" v="190" actId="478"/>
          <ac:grpSpMkLst>
            <pc:docMk/>
            <pc:sldMk cId="76879445" sldId="572"/>
            <ac:grpSpMk id="10" creationId="{15EC15BC-6382-BA70-D3B0-84DB4E2ECDA4}"/>
          </ac:grpSpMkLst>
        </pc:grpChg>
        <pc:grpChg chg="del">
          <ac:chgData name="Bauer, Alexandra" userId="e3a7df38-7a7b-409e-906e-47ba7020fc8d" providerId="ADAL" clId="{C067157D-1763-4F04-9A18-FB2053DF1D70}" dt="2025-07-15T21:39:20.319" v="195" actId="478"/>
          <ac:grpSpMkLst>
            <pc:docMk/>
            <pc:sldMk cId="76879445" sldId="572"/>
            <ac:grpSpMk id="27" creationId="{C63FFD17-2B43-DC68-8151-5199FCA06668}"/>
          </ac:grpSpMkLst>
        </pc:grpChg>
        <pc:grpChg chg="add del mod">
          <ac:chgData name="Bauer, Alexandra" userId="e3a7df38-7a7b-409e-906e-47ba7020fc8d" providerId="ADAL" clId="{C067157D-1763-4F04-9A18-FB2053DF1D70}" dt="2025-07-15T21:53:58.677" v="276" actId="478"/>
          <ac:grpSpMkLst>
            <pc:docMk/>
            <pc:sldMk cId="76879445" sldId="572"/>
            <ac:grpSpMk id="29" creationId="{09C59659-80A6-B7DA-61C1-28071E5F83DA}"/>
          </ac:grpSpMkLst>
        </pc:grpChg>
        <pc:grpChg chg="mod">
          <ac:chgData name="Bauer, Alexandra" userId="e3a7df38-7a7b-409e-906e-47ba7020fc8d" providerId="ADAL" clId="{C067157D-1763-4F04-9A18-FB2053DF1D70}" dt="2025-07-15T21:52:38.911" v="256"/>
          <ac:grpSpMkLst>
            <pc:docMk/>
            <pc:sldMk cId="76879445" sldId="572"/>
            <ac:grpSpMk id="31" creationId="{A6ABA525-74BA-5585-8E44-B36358E3438F}"/>
          </ac:grpSpMkLst>
        </pc:grpChg>
        <pc:grpChg chg="add del mod">
          <ac:chgData name="Bauer, Alexandra" userId="e3a7df38-7a7b-409e-906e-47ba7020fc8d" providerId="ADAL" clId="{C067157D-1763-4F04-9A18-FB2053DF1D70}" dt="2025-07-15T21:58:55.023" v="299" actId="478"/>
          <ac:grpSpMkLst>
            <pc:docMk/>
            <pc:sldMk cId="76879445" sldId="572"/>
            <ac:grpSpMk id="46" creationId="{0077DC4F-B238-CB0C-F9D3-22202F7B6BD3}"/>
          </ac:grpSpMkLst>
        </pc:grpChg>
        <pc:grpChg chg="mod">
          <ac:chgData name="Bauer, Alexandra" userId="e3a7df38-7a7b-409e-906e-47ba7020fc8d" providerId="ADAL" clId="{C067157D-1763-4F04-9A18-FB2053DF1D70}" dt="2025-07-15T21:58:40.514" v="293"/>
          <ac:grpSpMkLst>
            <pc:docMk/>
            <pc:sldMk cId="76879445" sldId="572"/>
            <ac:grpSpMk id="48" creationId="{29AF4D1C-21D5-B939-7A11-ECA2D70D0A90}"/>
          </ac:grpSpMkLst>
        </pc:grpChg>
        <pc:grpChg chg="add del mod">
          <ac:chgData name="Bauer, Alexandra" userId="e3a7df38-7a7b-409e-906e-47ba7020fc8d" providerId="ADAL" clId="{C067157D-1763-4F04-9A18-FB2053DF1D70}" dt="2025-07-15T22:04:56.126" v="383" actId="165"/>
          <ac:grpSpMkLst>
            <pc:docMk/>
            <pc:sldMk cId="76879445" sldId="572"/>
            <ac:grpSpMk id="61" creationId="{7C684AAE-5B40-F530-50C8-FA350A23472E}"/>
          </ac:grpSpMkLst>
        </pc:grpChg>
        <pc:grpChg chg="add mod">
          <ac:chgData name="Bauer, Alexandra" userId="e3a7df38-7a7b-409e-906e-47ba7020fc8d" providerId="ADAL" clId="{C067157D-1763-4F04-9A18-FB2053DF1D70}" dt="2025-07-15T22:12:37.601" v="490" actId="164"/>
          <ac:grpSpMkLst>
            <pc:docMk/>
            <pc:sldMk cId="76879445" sldId="572"/>
            <ac:grpSpMk id="1046" creationId="{B2046D26-C749-75C5-EE8D-B817FE537184}"/>
          </ac:grpSpMkLst>
        </pc:grpChg>
        <pc:grpChg chg="add mod">
          <ac:chgData name="Bauer, Alexandra" userId="e3a7df38-7a7b-409e-906e-47ba7020fc8d" providerId="ADAL" clId="{C067157D-1763-4F04-9A18-FB2053DF1D70}" dt="2025-07-15T22:12:41.912" v="491" actId="164"/>
          <ac:grpSpMkLst>
            <pc:docMk/>
            <pc:sldMk cId="76879445" sldId="572"/>
            <ac:grpSpMk id="1047" creationId="{7A10CFF8-9D9C-D58F-4514-36B4C3C9581A}"/>
          </ac:grpSpMkLst>
        </pc:grpChg>
        <pc:grpChg chg="add mod">
          <ac:chgData name="Bauer, Alexandra" userId="e3a7df38-7a7b-409e-906e-47ba7020fc8d" providerId="ADAL" clId="{C067157D-1763-4F04-9A18-FB2053DF1D70}" dt="2025-07-15T22:12:47.141" v="492" actId="164"/>
          <ac:grpSpMkLst>
            <pc:docMk/>
            <pc:sldMk cId="76879445" sldId="572"/>
            <ac:grpSpMk id="1048" creationId="{151D2B82-004F-130C-6D9E-368538D98624}"/>
          </ac:grpSpMkLst>
        </pc:grpChg>
        <pc:grpChg chg="add mod">
          <ac:chgData name="Bauer, Alexandra" userId="e3a7df38-7a7b-409e-906e-47ba7020fc8d" providerId="ADAL" clId="{C067157D-1763-4F04-9A18-FB2053DF1D70}" dt="2025-07-15T22:12:37.601" v="490" actId="164"/>
          <ac:grpSpMkLst>
            <pc:docMk/>
            <pc:sldMk cId="76879445" sldId="572"/>
            <ac:grpSpMk id="1049" creationId="{32393D07-8775-4277-9414-BA8C24A3213A}"/>
          </ac:grpSpMkLst>
        </pc:grpChg>
        <pc:grpChg chg="add mod">
          <ac:chgData name="Bauer, Alexandra" userId="e3a7df38-7a7b-409e-906e-47ba7020fc8d" providerId="ADAL" clId="{C067157D-1763-4F04-9A18-FB2053DF1D70}" dt="2025-07-15T22:12:41.912" v="491" actId="164"/>
          <ac:grpSpMkLst>
            <pc:docMk/>
            <pc:sldMk cId="76879445" sldId="572"/>
            <ac:grpSpMk id="1050" creationId="{07D95460-887C-7D8C-687D-2BFBD1C7F418}"/>
          </ac:grpSpMkLst>
        </pc:grpChg>
        <pc:grpChg chg="add mod">
          <ac:chgData name="Bauer, Alexandra" userId="e3a7df38-7a7b-409e-906e-47ba7020fc8d" providerId="ADAL" clId="{C067157D-1763-4F04-9A18-FB2053DF1D70}" dt="2025-07-15T22:12:47.141" v="492" actId="164"/>
          <ac:grpSpMkLst>
            <pc:docMk/>
            <pc:sldMk cId="76879445" sldId="572"/>
            <ac:grpSpMk id="1051" creationId="{34D5EE46-1E1D-7725-18CD-AF5C2E83DE40}"/>
          </ac:grpSpMkLst>
        </pc:grpChg>
        <pc:picChg chg="add del mod">
          <ac:chgData name="Bauer, Alexandra" userId="e3a7df38-7a7b-409e-906e-47ba7020fc8d" providerId="ADAL" clId="{C067157D-1763-4F04-9A18-FB2053DF1D70}" dt="2025-07-15T21:49:59.936" v="205" actId="478"/>
          <ac:picMkLst>
            <pc:docMk/>
            <pc:sldMk cId="76879445" sldId="572"/>
            <ac:picMk id="5" creationId="{A1735E2C-16E1-D3B7-1FAA-4965956723D3}"/>
          </ac:picMkLst>
        </pc:picChg>
        <pc:picChg chg="del">
          <ac:chgData name="Bauer, Alexandra" userId="e3a7df38-7a7b-409e-906e-47ba7020fc8d" providerId="ADAL" clId="{C067157D-1763-4F04-9A18-FB2053DF1D70}" dt="2025-07-15T21:39:10.002" v="187" actId="478"/>
          <ac:picMkLst>
            <pc:docMk/>
            <pc:sldMk cId="76879445" sldId="572"/>
            <ac:picMk id="20" creationId="{1F33E7FC-D6FA-DAF8-2D89-4D6564E2F0E7}"/>
          </ac:picMkLst>
        </pc:picChg>
        <pc:picChg chg="mod">
          <ac:chgData name="Bauer, Alexandra" userId="e3a7df38-7a7b-409e-906e-47ba7020fc8d" providerId="ADAL" clId="{C067157D-1763-4F04-9A18-FB2053DF1D70}" dt="2025-07-15T21:52:38.911" v="256"/>
          <ac:picMkLst>
            <pc:docMk/>
            <pc:sldMk cId="76879445" sldId="572"/>
            <ac:picMk id="30" creationId="{DD5EC359-9715-2BB3-52A3-7BEEFDEDD724}"/>
          </ac:picMkLst>
        </pc:picChg>
        <pc:picChg chg="mod">
          <ac:chgData name="Bauer, Alexandra" userId="e3a7df38-7a7b-409e-906e-47ba7020fc8d" providerId="ADAL" clId="{C067157D-1763-4F04-9A18-FB2053DF1D70}" dt="2025-07-15T21:53:27.072" v="272" actId="1076"/>
          <ac:picMkLst>
            <pc:docMk/>
            <pc:sldMk cId="76879445" sldId="572"/>
            <ac:picMk id="32" creationId="{2BE81F98-2FEB-F50E-5BD8-414EBD509C02}"/>
          </ac:picMkLst>
        </pc:picChg>
        <pc:picChg chg="mod">
          <ac:chgData name="Bauer, Alexandra" userId="e3a7df38-7a7b-409e-906e-47ba7020fc8d" providerId="ADAL" clId="{C067157D-1763-4F04-9A18-FB2053DF1D70}" dt="2025-07-15T21:52:38.911" v="256"/>
          <ac:picMkLst>
            <pc:docMk/>
            <pc:sldMk cId="76879445" sldId="572"/>
            <ac:picMk id="34" creationId="{8ED34265-298E-EF75-473D-C2AC5DB90314}"/>
          </ac:picMkLst>
        </pc:picChg>
        <pc:picChg chg="mod">
          <ac:chgData name="Bauer, Alexandra" userId="e3a7df38-7a7b-409e-906e-47ba7020fc8d" providerId="ADAL" clId="{C067157D-1763-4F04-9A18-FB2053DF1D70}" dt="2025-07-15T21:52:38.911" v="256"/>
          <ac:picMkLst>
            <pc:docMk/>
            <pc:sldMk cId="76879445" sldId="572"/>
            <ac:picMk id="35" creationId="{034745FE-BAF0-B058-1530-92F2680EA862}"/>
          </ac:picMkLst>
        </pc:picChg>
        <pc:picChg chg="mod">
          <ac:chgData name="Bauer, Alexandra" userId="e3a7df38-7a7b-409e-906e-47ba7020fc8d" providerId="ADAL" clId="{C067157D-1763-4F04-9A18-FB2053DF1D70}" dt="2025-07-15T21:53:23.186" v="270" actId="1076"/>
          <ac:picMkLst>
            <pc:docMk/>
            <pc:sldMk cId="76879445" sldId="572"/>
            <ac:picMk id="36" creationId="{85094BE7-3D48-519A-049D-6C428FFA7BC4}"/>
          </ac:picMkLst>
        </pc:picChg>
        <pc:picChg chg="add del mod modCrop">
          <ac:chgData name="Bauer, Alexandra" userId="e3a7df38-7a7b-409e-906e-47ba7020fc8d" providerId="ADAL" clId="{C067157D-1763-4F04-9A18-FB2053DF1D70}" dt="2025-07-15T21:58:29.638" v="292" actId="478"/>
          <ac:picMkLst>
            <pc:docMk/>
            <pc:sldMk cId="76879445" sldId="572"/>
            <ac:picMk id="45" creationId="{87A87256-81B3-F10E-764F-841EEB9AE02E}"/>
          </ac:picMkLst>
        </pc:picChg>
        <pc:picChg chg="mod">
          <ac:chgData name="Bauer, Alexandra" userId="e3a7df38-7a7b-409e-906e-47ba7020fc8d" providerId="ADAL" clId="{C067157D-1763-4F04-9A18-FB2053DF1D70}" dt="2025-07-15T21:58:40.514" v="293"/>
          <ac:picMkLst>
            <pc:docMk/>
            <pc:sldMk cId="76879445" sldId="572"/>
            <ac:picMk id="47" creationId="{3CE24A08-701E-8B1C-EDD3-53D1743D1377}"/>
          </ac:picMkLst>
        </pc:picChg>
        <pc:picChg chg="del mod">
          <ac:chgData name="Bauer, Alexandra" userId="e3a7df38-7a7b-409e-906e-47ba7020fc8d" providerId="ADAL" clId="{C067157D-1763-4F04-9A18-FB2053DF1D70}" dt="2025-07-15T21:58:52.662" v="297" actId="21"/>
          <ac:picMkLst>
            <pc:docMk/>
            <pc:sldMk cId="76879445" sldId="572"/>
            <ac:picMk id="49" creationId="{99F3C345-AC2D-0A92-5A58-4DD578B21E64}"/>
          </ac:picMkLst>
        </pc:picChg>
        <pc:picChg chg="del mod">
          <ac:chgData name="Bauer, Alexandra" userId="e3a7df38-7a7b-409e-906e-47ba7020fc8d" providerId="ADAL" clId="{C067157D-1763-4F04-9A18-FB2053DF1D70}" dt="2025-07-15T21:58:44.721" v="295" actId="478"/>
          <ac:picMkLst>
            <pc:docMk/>
            <pc:sldMk cId="76879445" sldId="572"/>
            <ac:picMk id="51" creationId="{D648E803-2241-1411-159E-9D05C0CF1C85}"/>
          </ac:picMkLst>
        </pc:picChg>
        <pc:picChg chg="mod">
          <ac:chgData name="Bauer, Alexandra" userId="e3a7df38-7a7b-409e-906e-47ba7020fc8d" providerId="ADAL" clId="{C067157D-1763-4F04-9A18-FB2053DF1D70}" dt="2025-07-15T21:58:40.514" v="293"/>
          <ac:picMkLst>
            <pc:docMk/>
            <pc:sldMk cId="76879445" sldId="572"/>
            <ac:picMk id="52" creationId="{5539E687-C647-8129-8721-46B2BCE18192}"/>
          </ac:picMkLst>
        </pc:picChg>
        <pc:picChg chg="del mod">
          <ac:chgData name="Bauer, Alexandra" userId="e3a7df38-7a7b-409e-906e-47ba7020fc8d" providerId="ADAL" clId="{C067157D-1763-4F04-9A18-FB2053DF1D70}" dt="2025-07-15T21:58:52.662" v="297" actId="21"/>
          <ac:picMkLst>
            <pc:docMk/>
            <pc:sldMk cId="76879445" sldId="572"/>
            <ac:picMk id="53" creationId="{066DA050-7883-B049-31E5-0F6720EAAD97}"/>
          </ac:picMkLst>
        </pc:picChg>
        <pc:picChg chg="add mod topLvl">
          <ac:chgData name="Bauer, Alexandra" userId="e3a7df38-7a7b-409e-906e-47ba7020fc8d" providerId="ADAL" clId="{C067157D-1763-4F04-9A18-FB2053DF1D70}" dt="2025-07-15T22:10:24.621" v="464" actId="27349"/>
          <ac:picMkLst>
            <pc:docMk/>
            <pc:sldMk cId="76879445" sldId="572"/>
            <ac:picMk id="59" creationId="{99F3C345-AC2D-0A92-5A58-4DD578B21E64}"/>
          </ac:picMkLst>
        </pc:picChg>
        <pc:picChg chg="add del mod ord topLvl">
          <ac:chgData name="Bauer, Alexandra" userId="e3a7df38-7a7b-409e-906e-47ba7020fc8d" providerId="ADAL" clId="{C067157D-1763-4F04-9A18-FB2053DF1D70}" dt="2025-07-15T22:09:53.430" v="457" actId="164"/>
          <ac:picMkLst>
            <pc:docMk/>
            <pc:sldMk cId="76879445" sldId="572"/>
            <ac:picMk id="60" creationId="{066DA050-7883-B049-31E5-0F6720EAAD97}"/>
          </ac:picMkLst>
        </pc:picChg>
        <pc:picChg chg="add mod">
          <ac:chgData name="Bauer, Alexandra" userId="e3a7df38-7a7b-409e-906e-47ba7020fc8d" providerId="ADAL" clId="{C067157D-1763-4F04-9A18-FB2053DF1D70}" dt="2025-07-15T22:09:46.769" v="456" actId="164"/>
          <ac:picMkLst>
            <pc:docMk/>
            <pc:sldMk cId="76879445" sldId="572"/>
            <ac:picMk id="63" creationId="{73EF2991-C095-F7EF-6CFD-B3924A170CAF}"/>
          </ac:picMkLst>
        </pc:picChg>
        <pc:picChg chg="add del mod">
          <ac:chgData name="Bauer, Alexandra" userId="e3a7df38-7a7b-409e-906e-47ba7020fc8d" providerId="ADAL" clId="{C067157D-1763-4F04-9A18-FB2053DF1D70}" dt="2025-07-15T22:02:53.497" v="366" actId="478"/>
          <ac:picMkLst>
            <pc:docMk/>
            <pc:sldMk cId="76879445" sldId="572"/>
            <ac:picMk id="1025" creationId="{56E92DAB-F17D-7D83-FD54-6AA17C982905}"/>
          </ac:picMkLst>
        </pc:picChg>
        <pc:picChg chg="add del mod">
          <ac:chgData name="Bauer, Alexandra" userId="e3a7df38-7a7b-409e-906e-47ba7020fc8d" providerId="ADAL" clId="{C067157D-1763-4F04-9A18-FB2053DF1D70}" dt="2025-07-15T22:01:40.627" v="334" actId="478"/>
          <ac:picMkLst>
            <pc:docMk/>
            <pc:sldMk cId="76879445" sldId="572"/>
            <ac:picMk id="1027" creationId="{6D70F1A5-A0F0-1995-3CE7-B63BFFF35A61}"/>
          </ac:picMkLst>
        </pc:picChg>
        <pc:picChg chg="del">
          <ac:chgData name="Bauer, Alexandra" userId="e3a7df38-7a7b-409e-906e-47ba7020fc8d" providerId="ADAL" clId="{C067157D-1763-4F04-9A18-FB2053DF1D70}" dt="2025-07-15T21:39:10.002" v="187" actId="478"/>
          <ac:picMkLst>
            <pc:docMk/>
            <pc:sldMk cId="76879445" sldId="572"/>
            <ac:picMk id="1028" creationId="{3F267158-3CB3-94B7-730C-DDE756F96726}"/>
          </ac:picMkLst>
        </pc:picChg>
        <pc:picChg chg="add del mod">
          <ac:chgData name="Bauer, Alexandra" userId="e3a7df38-7a7b-409e-906e-47ba7020fc8d" providerId="ADAL" clId="{C067157D-1763-4F04-9A18-FB2053DF1D70}" dt="2025-07-15T22:01:48.908" v="341" actId="478"/>
          <ac:picMkLst>
            <pc:docMk/>
            <pc:sldMk cId="76879445" sldId="572"/>
            <ac:picMk id="1030" creationId="{08BD7C8E-F6C8-1765-1920-35D7A47A6444}"/>
          </ac:picMkLst>
        </pc:picChg>
        <pc:picChg chg="add mod ord">
          <ac:chgData name="Bauer, Alexandra" userId="e3a7df38-7a7b-409e-906e-47ba7020fc8d" providerId="ADAL" clId="{C067157D-1763-4F04-9A18-FB2053DF1D70}" dt="2025-07-15T22:09:46.769" v="456" actId="164"/>
          <ac:picMkLst>
            <pc:docMk/>
            <pc:sldMk cId="76879445" sldId="572"/>
            <ac:picMk id="1032" creationId="{091DDB06-13A1-E7E9-AB6F-726BFD0ABD9C}"/>
          </ac:picMkLst>
        </pc:picChg>
        <pc:picChg chg="add del mod">
          <ac:chgData name="Bauer, Alexandra" userId="e3a7df38-7a7b-409e-906e-47ba7020fc8d" providerId="ADAL" clId="{C067157D-1763-4F04-9A18-FB2053DF1D70}" dt="2025-07-15T22:04:38.634" v="379" actId="478"/>
          <ac:picMkLst>
            <pc:docMk/>
            <pc:sldMk cId="76879445" sldId="572"/>
            <ac:picMk id="1036" creationId="{76A71DCF-606D-7A6F-0DC8-B20522474832}"/>
          </ac:picMkLst>
        </pc:picChg>
        <pc:picChg chg="add del mod">
          <ac:chgData name="Bauer, Alexandra" userId="e3a7df38-7a7b-409e-906e-47ba7020fc8d" providerId="ADAL" clId="{C067157D-1763-4F04-9A18-FB2053DF1D70}" dt="2025-07-15T22:12:06.790" v="485" actId="478"/>
          <ac:picMkLst>
            <pc:docMk/>
            <pc:sldMk cId="76879445" sldId="572"/>
            <ac:picMk id="1037" creationId="{AE451896-C20A-8574-1F0D-851EC3CA1501}"/>
          </ac:picMkLst>
        </pc:picChg>
        <pc:picChg chg="add mod">
          <ac:chgData name="Bauer, Alexandra" userId="e3a7df38-7a7b-409e-906e-47ba7020fc8d" providerId="ADAL" clId="{C067157D-1763-4F04-9A18-FB2053DF1D70}" dt="2025-07-15T22:09:53.430" v="457" actId="164"/>
          <ac:picMkLst>
            <pc:docMk/>
            <pc:sldMk cId="76879445" sldId="572"/>
            <ac:picMk id="1039" creationId="{E1F4E76F-AF25-746B-9ED9-00ABEE97B51A}"/>
          </ac:picMkLst>
        </pc:picChg>
        <pc:picChg chg="add mod">
          <ac:chgData name="Bauer, Alexandra" userId="e3a7df38-7a7b-409e-906e-47ba7020fc8d" providerId="ADAL" clId="{C067157D-1763-4F04-9A18-FB2053DF1D70}" dt="2025-07-15T22:10:10.164" v="459" actId="164"/>
          <ac:picMkLst>
            <pc:docMk/>
            <pc:sldMk cId="76879445" sldId="572"/>
            <ac:picMk id="1041" creationId="{10DC23CF-555F-DBA1-F06D-454DB0FF91D7}"/>
          </ac:picMkLst>
        </pc:picChg>
        <pc:picChg chg="add mod">
          <ac:chgData name="Bauer, Alexandra" userId="e3a7df38-7a7b-409e-906e-47ba7020fc8d" providerId="ADAL" clId="{C067157D-1763-4F04-9A18-FB2053DF1D70}" dt="2025-07-15T22:10:10.164" v="459" actId="164"/>
          <ac:picMkLst>
            <pc:docMk/>
            <pc:sldMk cId="76879445" sldId="572"/>
            <ac:picMk id="1043" creationId="{D04C01CC-5B28-B21A-F3B9-B85211F18FC2}"/>
          </ac:picMkLst>
        </pc:picChg>
        <pc:cxnChg chg="mod">
          <ac:chgData name="Bauer, Alexandra" userId="e3a7df38-7a7b-409e-906e-47ba7020fc8d" providerId="ADAL" clId="{C067157D-1763-4F04-9A18-FB2053DF1D70}" dt="2025-07-15T21:53:15.106" v="267" actId="14100"/>
          <ac:cxnSpMkLst>
            <pc:docMk/>
            <pc:sldMk cId="76879445" sldId="572"/>
            <ac:cxnSpMk id="33" creationId="{87D254B0-12FA-F804-C51F-8A9B33C1BF2E}"/>
          </ac:cxnSpMkLst>
        </pc:cxnChg>
        <pc:cxnChg chg="mod">
          <ac:chgData name="Bauer, Alexandra" userId="e3a7df38-7a7b-409e-906e-47ba7020fc8d" providerId="ADAL" clId="{C067157D-1763-4F04-9A18-FB2053DF1D70}" dt="2025-07-15T21:53:25.317" v="271" actId="1076"/>
          <ac:cxnSpMkLst>
            <pc:docMk/>
            <pc:sldMk cId="76879445" sldId="572"/>
            <ac:cxnSpMk id="38" creationId="{83E2BD5D-8F0F-5F7A-7F9E-D51E6EB3C598}"/>
          </ac:cxnSpMkLst>
        </pc:cxnChg>
        <pc:cxnChg chg="del">
          <ac:chgData name="Bauer, Alexandra" userId="e3a7df38-7a7b-409e-906e-47ba7020fc8d" providerId="ADAL" clId="{C067157D-1763-4F04-9A18-FB2053DF1D70}" dt="2025-07-15T21:58:46.270" v="296" actId="478"/>
          <ac:cxnSpMkLst>
            <pc:docMk/>
            <pc:sldMk cId="76879445" sldId="572"/>
            <ac:cxnSpMk id="50" creationId="{0AF1DEA7-B8BC-F849-B9C5-CC955372B2B2}"/>
          </ac:cxnSpMkLst>
        </pc:cxnChg>
        <pc:cxnChg chg="add mod">
          <ac:chgData name="Bauer, Alexandra" userId="e3a7df38-7a7b-409e-906e-47ba7020fc8d" providerId="ADAL" clId="{C067157D-1763-4F04-9A18-FB2053DF1D70}" dt="2025-07-15T22:10:10.164" v="459" actId="164"/>
          <ac:cxnSpMkLst>
            <pc:docMk/>
            <pc:sldMk cId="76879445" sldId="572"/>
            <ac:cxnSpMk id="1045" creationId="{08CE85E8-9788-3253-0CEA-EFDF91D9EB89}"/>
          </ac:cxnSpMkLst>
        </pc:cxnChg>
      </pc:sldChg>
      <pc:sldChg chg="delSp modSp add del mod modAnim">
        <pc:chgData name="Bauer, Alexandra" userId="e3a7df38-7a7b-409e-906e-47ba7020fc8d" providerId="ADAL" clId="{C067157D-1763-4F04-9A18-FB2053DF1D70}" dt="2025-07-15T21:38:55.254" v="185" actId="47"/>
        <pc:sldMkLst>
          <pc:docMk/>
          <pc:sldMk cId="284126278" sldId="572"/>
        </pc:sldMkLst>
        <pc:spChg chg="mod">
          <ac:chgData name="Bauer, Alexandra" userId="e3a7df38-7a7b-409e-906e-47ba7020fc8d" providerId="ADAL" clId="{C067157D-1763-4F04-9A18-FB2053DF1D70}" dt="2025-07-15T21:38:51.557" v="182" actId="14100"/>
          <ac:spMkLst>
            <pc:docMk/>
            <pc:sldMk cId="284126278" sldId="572"/>
            <ac:spMk id="3" creationId="{38E8CAEF-DAFB-C949-EE88-6CB54DA6BFFF}"/>
          </ac:spMkLst>
        </pc:spChg>
        <pc:spChg chg="del">
          <ac:chgData name="Bauer, Alexandra" userId="e3a7df38-7a7b-409e-906e-47ba7020fc8d" providerId="ADAL" clId="{C067157D-1763-4F04-9A18-FB2053DF1D70}" dt="2025-07-15T21:38:36.675" v="176" actId="478"/>
          <ac:spMkLst>
            <pc:docMk/>
            <pc:sldMk cId="284126278" sldId="572"/>
            <ac:spMk id="26" creationId="{488FE132-53E9-3AFB-C9F3-64ECC8987735}"/>
          </ac:spMkLst>
        </pc:spChg>
        <pc:grpChg chg="del">
          <ac:chgData name="Bauer, Alexandra" userId="e3a7df38-7a7b-409e-906e-47ba7020fc8d" providerId="ADAL" clId="{C067157D-1763-4F04-9A18-FB2053DF1D70}" dt="2025-07-15T21:38:38.549" v="177" actId="478"/>
          <ac:grpSpMkLst>
            <pc:docMk/>
            <pc:sldMk cId="284126278" sldId="572"/>
            <ac:grpSpMk id="27" creationId="{64A22D1C-FDCD-12A0-B820-DE58DC47550A}"/>
          </ac:grpSpMkLst>
        </pc:grpChg>
        <pc:picChg chg="del">
          <ac:chgData name="Bauer, Alexandra" userId="e3a7df38-7a7b-409e-906e-47ba7020fc8d" providerId="ADAL" clId="{C067157D-1763-4F04-9A18-FB2053DF1D70}" dt="2025-07-15T21:38:36.675" v="176" actId="478"/>
          <ac:picMkLst>
            <pc:docMk/>
            <pc:sldMk cId="284126278" sldId="572"/>
            <ac:picMk id="20" creationId="{D16F5B26-1F85-6F78-07C4-96B61C054B28}"/>
          </ac:picMkLst>
        </pc:picChg>
      </pc:sldChg>
    </pc:docChg>
  </pc:docChgLst>
  <pc:docChgLst>
    <pc:chgData name="Bauer, Alexandra" userId="S::bauer.a@ufl.edu::e3a7df38-7a7b-409e-906e-47ba7020fc8d" providerId="AD" clId="Web-{D4E77CC5-8F96-40A7-D55B-D2CC30A2B7DD}"/>
    <pc:docChg chg="sldOrd">
      <pc:chgData name="Bauer, Alexandra" userId="S::bauer.a@ufl.edu::e3a7df38-7a7b-409e-906e-47ba7020fc8d" providerId="AD" clId="Web-{D4E77CC5-8F96-40A7-D55B-D2CC30A2B7DD}" dt="2025-07-15T20:01:36.972" v="1"/>
      <pc:docMkLst>
        <pc:docMk/>
      </pc:docMkLst>
      <pc:sldChg chg="ord">
        <pc:chgData name="Bauer, Alexandra" userId="S::bauer.a@ufl.edu::e3a7df38-7a7b-409e-906e-47ba7020fc8d" providerId="AD" clId="Web-{D4E77CC5-8F96-40A7-D55B-D2CC30A2B7DD}" dt="2025-07-15T20:01:36.972" v="1"/>
        <pc:sldMkLst>
          <pc:docMk/>
          <pc:sldMk cId="1724335887" sldId="528"/>
        </pc:sldMkLst>
      </pc:sldChg>
    </pc:docChg>
  </pc:docChgLst>
  <pc:docChgLst>
    <pc:chgData name="Hahn, Phil" userId="2d5c7d3c-1ebc-4c64-a257-24a55868d9d9" providerId="ADAL" clId="{0AAF2D2B-D0B3-4AB1-A788-48C1F1947693}"/>
    <pc:docChg chg="undo custSel modSld">
      <pc:chgData name="Hahn, Phil" userId="2d5c7d3c-1ebc-4c64-a257-24a55868d9d9" providerId="ADAL" clId="{0AAF2D2B-D0B3-4AB1-A788-48C1F1947693}" dt="2025-07-16T12:48:11.387" v="1" actId="729"/>
      <pc:docMkLst>
        <pc:docMk/>
      </pc:docMkLst>
      <pc:sldChg chg="mod modShow">
        <pc:chgData name="Hahn, Phil" userId="2d5c7d3c-1ebc-4c64-a257-24a55868d9d9" providerId="ADAL" clId="{0AAF2D2B-D0B3-4AB1-A788-48C1F1947693}" dt="2025-07-16T12:48:11.387" v="1" actId="729"/>
        <pc:sldMkLst>
          <pc:docMk/>
          <pc:sldMk cId="3585790935" sldId="533"/>
        </pc:sldMkLst>
      </pc:sldChg>
      <pc:sldChg chg="mod modShow">
        <pc:chgData name="Hahn, Phil" userId="2d5c7d3c-1ebc-4c64-a257-24a55868d9d9" providerId="ADAL" clId="{0AAF2D2B-D0B3-4AB1-A788-48C1F1947693}" dt="2025-07-16T12:48:11.387" v="1" actId="729"/>
        <pc:sldMkLst>
          <pc:docMk/>
          <pc:sldMk cId="111628089" sldId="535"/>
        </pc:sldMkLst>
      </pc:sldChg>
      <pc:sldChg chg="mod modShow">
        <pc:chgData name="Hahn, Phil" userId="2d5c7d3c-1ebc-4c64-a257-24a55868d9d9" providerId="ADAL" clId="{0AAF2D2B-D0B3-4AB1-A788-48C1F1947693}" dt="2025-07-16T12:48:11.387" v="1" actId="729"/>
        <pc:sldMkLst>
          <pc:docMk/>
          <pc:sldMk cId="1529940996" sldId="537"/>
        </pc:sldMkLst>
      </pc:sldChg>
      <pc:sldChg chg="mod modShow">
        <pc:chgData name="Hahn, Phil" userId="2d5c7d3c-1ebc-4c64-a257-24a55868d9d9" providerId="ADAL" clId="{0AAF2D2B-D0B3-4AB1-A788-48C1F1947693}" dt="2025-07-16T12:48:11.387" v="1" actId="729"/>
        <pc:sldMkLst>
          <pc:docMk/>
          <pc:sldMk cId="3096239816" sldId="570"/>
        </pc:sldMkLst>
      </pc:sldChg>
    </pc:docChg>
  </pc:docChgLst>
  <pc:docChgLst>
    <pc:chgData name="Hahn, Phil" userId="2d5c7d3c-1ebc-4c64-a257-24a55868d9d9" providerId="ADAL" clId="{73078170-3C6B-4B7B-95F2-D84AA1716CBB}"/>
    <pc:docChg chg="undo custSel addSld modSld sldOrd">
      <pc:chgData name="Hahn, Phil" userId="2d5c7d3c-1ebc-4c64-a257-24a55868d9d9" providerId="ADAL" clId="{73078170-3C6B-4B7B-95F2-D84AA1716CBB}" dt="2025-07-16T12:43:36.075" v="92"/>
      <pc:docMkLst>
        <pc:docMk/>
      </pc:docMkLst>
      <pc:sldChg chg="addSp modSp mod">
        <pc:chgData name="Hahn, Phil" userId="2d5c7d3c-1ebc-4c64-a257-24a55868d9d9" providerId="ADAL" clId="{73078170-3C6B-4B7B-95F2-D84AA1716CBB}" dt="2025-07-13T21:20:37.629" v="87" actId="20577"/>
        <pc:sldMkLst>
          <pc:docMk/>
          <pc:sldMk cId="0" sldId="256"/>
        </pc:sldMkLst>
        <pc:spChg chg="mod">
          <ac:chgData name="Hahn, Phil" userId="2d5c7d3c-1ebc-4c64-a257-24a55868d9d9" providerId="ADAL" clId="{73078170-3C6B-4B7B-95F2-D84AA1716CBB}" dt="2025-07-13T21:20:37.629" v="87" actId="20577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Hahn, Phil" userId="2d5c7d3c-1ebc-4c64-a257-24a55868d9d9" providerId="ADAL" clId="{73078170-3C6B-4B7B-95F2-D84AA1716CBB}" dt="2025-07-13T21:20:21.716" v="69" actId="1076"/>
          <ac:spMkLst>
            <pc:docMk/>
            <pc:sldMk cId="0" sldId="256"/>
            <ac:spMk id="4" creationId="{318F4E49-4795-A3BB-F97C-7B79966AB9AA}"/>
          </ac:spMkLst>
        </pc:spChg>
      </pc:sldChg>
      <pc:sldChg chg="modSp add mod ord">
        <pc:chgData name="Hahn, Phil" userId="2d5c7d3c-1ebc-4c64-a257-24a55868d9d9" providerId="ADAL" clId="{73078170-3C6B-4B7B-95F2-D84AA1716CBB}" dt="2025-07-16T12:43:36.075" v="92"/>
        <pc:sldMkLst>
          <pc:docMk/>
          <pc:sldMk cId="2241950302" sldId="262"/>
        </pc:sldMkLst>
        <pc:picChg chg="mod">
          <ac:chgData name="Hahn, Phil" userId="2d5c7d3c-1ebc-4c64-a257-24a55868d9d9" providerId="ADAL" clId="{73078170-3C6B-4B7B-95F2-D84AA1716CBB}" dt="2025-07-16T12:43:20.407" v="90" actId="14100"/>
          <ac:picMkLst>
            <pc:docMk/>
            <pc:sldMk cId="2241950302" sldId="262"/>
            <ac:picMk id="6" creationId="{6344EF89-FBA0-4C27-4123-26ABAF8030C9}"/>
          </ac:picMkLst>
        </pc:picChg>
      </pc:sldChg>
      <pc:sldChg chg="addSp delSp modSp mod">
        <pc:chgData name="Hahn, Phil" userId="2d5c7d3c-1ebc-4c64-a257-24a55868d9d9" providerId="ADAL" clId="{73078170-3C6B-4B7B-95F2-D84AA1716CBB}" dt="2025-07-13T21:18:54.085" v="44" actId="115"/>
        <pc:sldMkLst>
          <pc:docMk/>
          <pc:sldMk cId="1629069975" sldId="549"/>
        </pc:sldMkLst>
        <pc:spChg chg="mod">
          <ac:chgData name="Hahn, Phil" userId="2d5c7d3c-1ebc-4c64-a257-24a55868d9d9" providerId="ADAL" clId="{73078170-3C6B-4B7B-95F2-D84AA1716CBB}" dt="2025-07-13T21:18:54.085" v="44" actId="115"/>
          <ac:spMkLst>
            <pc:docMk/>
            <pc:sldMk cId="1629069975" sldId="549"/>
            <ac:spMk id="5" creationId="{B0DCCA35-B32E-6A5E-98E6-FC92AD66B7CA}"/>
          </ac:spMkLst>
        </pc:spChg>
        <pc:picChg chg="add mod">
          <ac:chgData name="Hahn, Phil" userId="2d5c7d3c-1ebc-4c64-a257-24a55868d9d9" providerId="ADAL" clId="{73078170-3C6B-4B7B-95F2-D84AA1716CBB}" dt="2025-07-13T21:16:21.050" v="34" actId="1037"/>
          <ac:picMkLst>
            <pc:docMk/>
            <pc:sldMk cId="1629069975" sldId="549"/>
            <ac:picMk id="11" creationId="{697475C1-9C9A-6897-CB8B-059E96294D83}"/>
          </ac:picMkLst>
        </pc:picChg>
      </pc:sldChg>
      <pc:sldChg chg="addSp delSp modSp add mod">
        <pc:chgData name="Hahn, Phil" userId="2d5c7d3c-1ebc-4c64-a257-24a55868d9d9" providerId="ADAL" clId="{73078170-3C6B-4B7B-95F2-D84AA1716CBB}" dt="2025-07-13T21:18:21.576" v="43" actId="255"/>
        <pc:sldMkLst>
          <pc:docMk/>
          <pc:sldMk cId="3394856520" sldId="571"/>
        </pc:sldMkLst>
        <pc:spChg chg="mod">
          <ac:chgData name="Hahn, Phil" userId="2d5c7d3c-1ebc-4c64-a257-24a55868d9d9" providerId="ADAL" clId="{73078170-3C6B-4B7B-95F2-D84AA1716CBB}" dt="2025-07-13T21:18:21.576" v="43" actId="255"/>
          <ac:spMkLst>
            <pc:docMk/>
            <pc:sldMk cId="3394856520" sldId="571"/>
            <ac:spMk id="5" creationId="{B2BAFA52-1C60-6855-5D22-BD8502135A1D}"/>
          </ac:spMkLst>
        </pc:spChg>
      </pc:sldChg>
    </pc:docChg>
  </pc:docChgLst>
  <pc:docChgLst>
    <pc:chgData name="Hahn, Phil" userId="2d5c7d3c-1ebc-4c64-a257-24a55868d9d9" providerId="ADAL" clId="{BBB2AF3C-2DBE-4D47-8DDF-E604183505B9}"/>
    <pc:docChg chg="undo custSel addSld delSld modSld">
      <pc:chgData name="Hahn, Phil" userId="2d5c7d3c-1ebc-4c64-a257-24a55868d9d9" providerId="ADAL" clId="{BBB2AF3C-2DBE-4D47-8DDF-E604183505B9}" dt="2025-07-08T15:04:58.645" v="215" actId="113"/>
      <pc:docMkLst>
        <pc:docMk/>
      </pc:docMkLst>
      <pc:sldChg chg="addSp delSp modSp mod">
        <pc:chgData name="Hahn, Phil" userId="2d5c7d3c-1ebc-4c64-a257-24a55868d9d9" providerId="ADAL" clId="{BBB2AF3C-2DBE-4D47-8DDF-E604183505B9}" dt="2025-07-08T15:00:04.619" v="171" actId="1076"/>
        <pc:sldMkLst>
          <pc:docMk/>
          <pc:sldMk cId="384186394" sldId="300"/>
        </pc:sldMkLst>
        <pc:graphicFrameChg chg="add del mod modGraphic">
          <ac:chgData name="Hahn, Phil" userId="2d5c7d3c-1ebc-4c64-a257-24a55868d9d9" providerId="ADAL" clId="{BBB2AF3C-2DBE-4D47-8DDF-E604183505B9}" dt="2025-07-08T15:00:04.619" v="171" actId="1076"/>
          <ac:graphicFrameMkLst>
            <pc:docMk/>
            <pc:sldMk cId="384186394" sldId="300"/>
            <ac:graphicFrameMk id="4" creationId="{99191B67-2533-47C5-9197-D45CABFA3575}"/>
          </ac:graphicFrameMkLst>
        </pc:graphicFrameChg>
      </pc:sldChg>
      <pc:sldChg chg="modSp add del mod">
        <pc:chgData name="Hahn, Phil" userId="2d5c7d3c-1ebc-4c64-a257-24a55868d9d9" providerId="ADAL" clId="{BBB2AF3C-2DBE-4D47-8DDF-E604183505B9}" dt="2025-07-08T14:59:18.021" v="149" actId="20577"/>
        <pc:sldMkLst>
          <pc:docMk/>
          <pc:sldMk cId="447218459" sldId="455"/>
        </pc:sldMkLst>
        <pc:graphicFrameChg chg="mod modGraphic">
          <ac:chgData name="Hahn, Phil" userId="2d5c7d3c-1ebc-4c64-a257-24a55868d9d9" providerId="ADAL" clId="{BBB2AF3C-2DBE-4D47-8DDF-E604183505B9}" dt="2025-07-08T14:59:18.021" v="149" actId="20577"/>
          <ac:graphicFrameMkLst>
            <pc:docMk/>
            <pc:sldMk cId="447218459" sldId="455"/>
            <ac:graphicFrameMk id="4" creationId="{129D4885-E716-4C0E-BAFF-36456922B835}"/>
          </ac:graphicFrameMkLst>
        </pc:graphicFrameChg>
      </pc:sldChg>
      <pc:sldChg chg="modSp mod">
        <pc:chgData name="Hahn, Phil" userId="2d5c7d3c-1ebc-4c64-a257-24a55868d9d9" providerId="ADAL" clId="{BBB2AF3C-2DBE-4D47-8DDF-E604183505B9}" dt="2025-07-08T14:38:47.748" v="37" actId="15"/>
        <pc:sldMkLst>
          <pc:docMk/>
          <pc:sldMk cId="1697973188" sldId="545"/>
        </pc:sldMkLst>
        <pc:spChg chg="mod">
          <ac:chgData name="Hahn, Phil" userId="2d5c7d3c-1ebc-4c64-a257-24a55868d9d9" providerId="ADAL" clId="{BBB2AF3C-2DBE-4D47-8DDF-E604183505B9}" dt="2025-07-08T14:38:47.748" v="37" actId="15"/>
          <ac:spMkLst>
            <pc:docMk/>
            <pc:sldMk cId="1697973188" sldId="545"/>
            <ac:spMk id="3" creationId="{A368CD24-C24C-F70C-E468-079FBD9C1838}"/>
          </ac:spMkLst>
        </pc:spChg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3465041354" sldId="547"/>
        </pc:sldMkLst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4257311271" sldId="548"/>
        </pc:sldMkLst>
      </pc:sldChg>
      <pc:sldChg chg="modSp add del mod">
        <pc:chgData name="Hahn, Phil" userId="2d5c7d3c-1ebc-4c64-a257-24a55868d9d9" providerId="ADAL" clId="{BBB2AF3C-2DBE-4D47-8DDF-E604183505B9}" dt="2025-07-08T14:57:33.537" v="124" actId="5793"/>
        <pc:sldMkLst>
          <pc:docMk/>
          <pc:sldMk cId="1629069975" sldId="549"/>
        </pc:sldMkLst>
        <pc:spChg chg="mod">
          <ac:chgData name="Hahn, Phil" userId="2d5c7d3c-1ebc-4c64-a257-24a55868d9d9" providerId="ADAL" clId="{BBB2AF3C-2DBE-4D47-8DDF-E604183505B9}" dt="2025-07-08T14:57:33.537" v="124" actId="5793"/>
          <ac:spMkLst>
            <pc:docMk/>
            <pc:sldMk cId="1629069975" sldId="549"/>
            <ac:spMk id="5" creationId="{B0DCCA35-B32E-6A5E-98E6-FC92AD66B7CA}"/>
          </ac:spMkLst>
        </pc:spChg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2037012187" sldId="550"/>
        </pc:sldMkLst>
      </pc:sldChg>
      <pc:sldChg chg="add del">
        <pc:chgData name="Hahn, Phil" userId="2d5c7d3c-1ebc-4c64-a257-24a55868d9d9" providerId="ADAL" clId="{BBB2AF3C-2DBE-4D47-8DDF-E604183505B9}" dt="2025-07-08T14:52:40.167" v="116" actId="2696"/>
        <pc:sldMkLst>
          <pc:docMk/>
          <pc:sldMk cId="3493454590" sldId="561"/>
        </pc:sldMkLst>
      </pc:sldChg>
      <pc:sldChg chg="modSp mod">
        <pc:chgData name="Hahn, Phil" userId="2d5c7d3c-1ebc-4c64-a257-24a55868d9d9" providerId="ADAL" clId="{BBB2AF3C-2DBE-4D47-8DDF-E604183505B9}" dt="2025-07-08T15:04:58.645" v="215" actId="113"/>
        <pc:sldMkLst>
          <pc:docMk/>
          <pc:sldMk cId="1937359694" sldId="562"/>
        </pc:sldMkLst>
        <pc:spChg chg="mod">
          <ac:chgData name="Hahn, Phil" userId="2d5c7d3c-1ebc-4c64-a257-24a55868d9d9" providerId="ADAL" clId="{BBB2AF3C-2DBE-4D47-8DDF-E604183505B9}" dt="2025-07-08T15:04:58.645" v="215" actId="113"/>
          <ac:spMkLst>
            <pc:docMk/>
            <pc:sldMk cId="1937359694" sldId="562"/>
            <ac:spMk id="3" creationId="{D23B7F79-96FC-643C-2673-6A1354A94606}"/>
          </ac:spMkLst>
        </pc:spChg>
      </pc:sldChg>
      <pc:sldChg chg="modSp add mod">
        <pc:chgData name="Hahn, Phil" userId="2d5c7d3c-1ebc-4c64-a257-24a55868d9d9" providerId="ADAL" clId="{BBB2AF3C-2DBE-4D47-8DDF-E604183505B9}" dt="2025-07-08T14:41:08.939" v="43" actId="20577"/>
        <pc:sldMkLst>
          <pc:docMk/>
          <pc:sldMk cId="1046967468" sldId="569"/>
        </pc:sldMkLst>
        <pc:spChg chg="mod">
          <ac:chgData name="Hahn, Phil" userId="2d5c7d3c-1ebc-4c64-a257-24a55868d9d9" providerId="ADAL" clId="{BBB2AF3C-2DBE-4D47-8DDF-E604183505B9}" dt="2025-07-08T14:41:08.939" v="43" actId="20577"/>
          <ac:spMkLst>
            <pc:docMk/>
            <pc:sldMk cId="1046967468" sldId="569"/>
            <ac:spMk id="2" creationId="{38FC4EC9-890C-B5C1-3B20-F4E8AF227351}"/>
          </ac:spMkLst>
        </pc:spChg>
      </pc:sldChg>
      <pc:sldChg chg="modSp add mod">
        <pc:chgData name="Hahn, Phil" userId="2d5c7d3c-1ebc-4c64-a257-24a55868d9d9" providerId="ADAL" clId="{BBB2AF3C-2DBE-4D47-8DDF-E604183505B9}" dt="2025-07-08T14:41:16.969" v="45" actId="113"/>
        <pc:sldMkLst>
          <pc:docMk/>
          <pc:sldMk cId="3096239816" sldId="570"/>
        </pc:sldMkLst>
        <pc:spChg chg="mod">
          <ac:chgData name="Hahn, Phil" userId="2d5c7d3c-1ebc-4c64-a257-24a55868d9d9" providerId="ADAL" clId="{BBB2AF3C-2DBE-4D47-8DDF-E604183505B9}" dt="2025-07-08T14:41:16.969" v="45" actId="113"/>
          <ac:spMkLst>
            <pc:docMk/>
            <pc:sldMk cId="3096239816" sldId="570"/>
            <ac:spMk id="3" creationId="{C1288B6F-D408-DC12-6E7B-B18AF8564EE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in="-161" max="1200" units="cm"/>
          <inkml:channel name="T" type="integer" max="2.14748E9" units="dev"/>
        </inkml:traceFormat>
        <inkml:channelProperties>
          <inkml:channelProperty channel="X" name="resolution" value="133.33333" units="1/cm"/>
          <inkml:channelProperty channel="Y" name="resolution" value="75.61111" units="1/cm"/>
          <inkml:channelProperty channel="T" name="resolution" value="1" units="1/dev"/>
        </inkml:channelProperties>
      </inkml:inkSource>
      <inkml:timestamp xml:id="ts0" timeString="2025-03-27T13:50:09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7877 16320 0,'0'21'32,"0"0"-17,0 0 1,21 0-1,-21 0 1,0 0 0,0 0-1,0 0 1,0-42 250,0-21-266,0-42 15,0 21 1,0-21 15,0 63-15,0 0-1,21 21 110,-21 21-109,-3025-21-16,6092 21 16,-3046 42-1,0 0 1,0-21 15,0-21-15,-21 0-1,0-63 142,21 0-142,0 0-15,0 0 16,0 42-1,-21-21 17,0 42 30,21 21-46,0 42-1,21 0 1,-42-63 0,0 0 46,21 0-62,-21 0 16</inkml:trace>
  <inkml:trace contextRef="#ctx0" brushRef="#br0" timeOffset="1377.15">8738 16257 0,'0'-21'110,"-21"21"-110,0-21 31,0-21-15,0 21-1,0 0 1,0 21 0,0 0-16,0 0 15,0 0 1,0 0-1,0 0 1,21 21 47,-21 0-63,0 42 15,0 0 1,21-42 15,0 0-31,0 0 31,0 0-15,42 0 0,-21-21-1,21 21 1,-21-21-1,0 0 64,-21 21-64,0 0 1,0 0-1,0 0 1,0 0 0,-21 0-1,0 0 1,-42 0 0,42-21-16,-21 21 15,-21-21 1,42 0-1,0 0 48</inkml:trace>
  <inkml:trace contextRef="#ctx0" brushRef="#br0" timeOffset="4062.67">7856 17328 0,'21'0'110,"0"0"-95,0 0 1,21 0 0,0 0-1,-21-21 1,0 0 62,0 21-62,0 0-1</inkml:trace>
  <inkml:trace contextRef="#ctx0" brushRef="#br0" timeOffset="4976.7">7835 17538 0,'21'0'62,"0"0"-46,0 0 0,21 0-1,-21 0 1,0 0 0,0-21-16,0 21 15,21-42 1</inkml:trace>
  <inkml:trace contextRef="#ctx0" brushRef="#br0" timeOffset="5751.92">7814 17748 0,'0'21'47,"21"-21"-32,-21 21 1,21-21-16,0 21 16,0-21-1,0 21 1,0-21 0,0 0-1</inkml:trace>
  <inkml:trace contextRef="#ctx0" brushRef="#br0" timeOffset="6409.68">7772 18000 0,'21'21'15,"21"-21"1,-21 0-1,0 0 1,0 0 0,42 0-1,-42 0 1,0 0 0</inkml:trace>
  <inkml:trace contextRef="#ctx0" brushRef="#br0" timeOffset="15918.96">8486 17202 0,'-21'0'78,"0"0"-62,0 21-1,21 0 1,-21-21-16,0 42 16,0-21-1,21 0 1,0 21-1,0-21 64,0 0-64,0 0 1,21 0-1,0-21 1,0 21 0,0 0-1,0 0 1,0 0 0,0-21-1,0 21-15,21 0 31,-21-21-15,0 0 0,-21-21 77,0 0-77,0 0 0,-21 21-1,21-21 1,-21 21 46,0-21-46,0 21 62,0 21-31</inkml:trace>
  <inkml:trace contextRef="#ctx0" brushRef="#br0" timeOffset="17946.74">8717 17706 0,'0'-21'125,"21"21"-110,-21-21-15,42-21 16,-21 0-1,42-42 1,-21 42 0,-42 21-1,21-21 1,-21 21 0,21 0-1,0-21 220,-21 21-204,21 0-16,-21 0 1,0 0 0,21 21 62,-21-21 125,21 21-187,-21-21-1</inkml:trace>
  <inkml:trace contextRef="#ctx0" brushRef="#br0" timeOffset="24126.18">9137 17349 0,'0'21'62,"0"42"-46,-21-21-16,21-21 15,0 0 1,0 21 0,0-21-1,-21 21 16,21-21-15,0 0 15,0 0 47</inkml:trace>
  <inkml:trace contextRef="#ctx0" brushRef="#br0" timeOffset="26565.54">9410 17412 0,'21'0'31,"0"0"16,0 0-31,0 0-1,0 0 1,0 0-1,0 0 1,0 0 0,0 0-1,-21 21 63,0 0-62,-21-21-16</inkml:trace>
  <inkml:trace contextRef="#ctx0" brushRef="#br0" timeOffset="27270.65">9431 17622 0,'21'0'31,"0"0"0,0 0-31,0 0 16,0 0 0,0-21-1,0 21 1,0 0 15,0 0-15,0 0-1,0 0 1,0 0 62</inkml:trace>
  <inkml:trace contextRef="#ctx0" brushRef="#br0" timeOffset="28788.5">10208 17244 0,'0'21'63,"-21"-21"-63,0 0 16,0 21-1,0 0 1,0 21-1,0-21 17,-21 0-17,21 0 1,21 0-16,-21 0 16,21 0-1,-21 21 1,0-21-1,21 0 1,0 0 0,0 21-1,0-21 1,21-21 0,0 21-1,0 0 1,0 0 15,0-21-15,0 0-1,21 0 17,0 0-17,-21 0 1,0 0 31,0-42-32,-21 21 1,0 0 0,0 0-1,-21 0 1,-21 0 15,21 0-31,-42 21 16,42 0-1,0 0 1,0 0 15,0 21-31,0 0 31,0-21-31,21 21 16</inkml:trace>
  <inkml:trace contextRef="#ctx0" brushRef="#br0" timeOffset="30678.81">8360 17874 0,'0'21'63,"0"0"-63,0 0 15,-21 0-15,21 0 16,0 0-1,-21 0 1,21 0 0,-21 0-1,0 0 1,21 0 0,0 0-1,21-21 1,0 0-16,0-21 15,0 21 32,0 0-31,-21-21-16,21 21 31,0-21-31</inkml:trace>
  <inkml:trace contextRef="#ctx0" brushRef="#br0" timeOffset="31384.33">8507 17916 0,'0'21'32,"0"0"-17,-21-21-15,21 21 16,0 0 15,0 0-31,0 0 16,0 0-1,0 0 1,-21 21 0,21-21-1,0 0 1,0 0 62,0 0-78,-21-21 16,21 21-1,0 0 1</inkml:trace>
  <inkml:trace contextRef="#ctx0" brushRef="#br0" timeOffset="32280.53">8654 18399 0,'0'-21'125,"21"0"-109,-21 0 0,21 0-16,21-63 15,-21 21 1,0 21-1,-21 0 1,42 21 0,-42-21-1,21 21 1,-21 0 0</inkml:trace>
  <inkml:trace contextRef="#ctx0" brushRef="#br0" timeOffset="33146.56">8990 17958 0,'0'21'16,"0"0"0,0 0-1,0 0 1,0 0 15,0 0-15,0 0-1,21-21 79,0 0-63,0 0-15</inkml:trace>
  <inkml:trace contextRef="#ctx0" brushRef="#br0" timeOffset="33744.68">9137 17979 0,'0'21'31,"0"0"-31,0 21 16,0 21-1,0 0 1,0-42 15,0 0-15,0 21-1,0-21 1,0 0 0</inkml:trace>
  <inkml:trace contextRef="#ctx0" brushRef="#br0" timeOffset="34472.87">9452 18021 0,'21'0'16,"0"0"15,0 0-15,0 0-16,21 0 31,0 0-15,-21 0-1,-21-21 32,21 21-16</inkml:trace>
  <inkml:trace contextRef="#ctx0" brushRef="#br0" timeOffset="35394.48">9410 18189 0,'21'0'31,"0"0"-15,0 0 0,0 0-1,0 0 1,0 0 0,0 0 93,0 0-93,0 0-16</inkml:trace>
  <inkml:trace contextRef="#ctx0" brushRef="#br0" timeOffset="36352.61">10040 17979 0,'0'21'31,"0"0"-15,0 21-1,0 0 1,0 0-1,0-21 1,0 0-16,0 0 16,0 0-1,0 0 1,0 0 0,0 0-1</inkml:trace>
  <inkml:trace contextRef="#ctx0" brushRef="#br0" timeOffset="59970.65">7814 16908 0,'21'0'109,"42"0"-93,84-21 0,-84 21-1,-42 0 1,42 0-1,21-21 1,21 0 0,-63 21-1,0 0 1,-21 0 0,0 0-1,0 0 1,0 0-1,0 0 1,0 0 0,21 0-1,21 0 1,0 0 0,-21 21-1,0-21 1,-21 0-1,21 0 1,-21 21 0,21-21-1,-21 0 1,0 0 0,0 0-1,0 0 63,63 0-62,-42 42 0,0-21-1,-21 0 1,21-21-1,0 0 1,42 42 0,-21-42-16,21 42 15,0-21 1,0-21 0,-42 21-1,0-21 1,-21 0 15,21 0-15,-21 21-1,0-21 1,21 0 0,-21 0-1,21 0 1,42 0-1,21 0 1,-42 0 0,-42 0-1,0 0 17,0 0-17,0 0 1,21 0-1,21 0 1,0 0 0,-42-21-1,21 0 1,-21 21 0,0-21 46,42 21-46,-21-42-1,-21 42 1,0-21 0,0 21-16,0 0 15,0-21 16,63-21-15,-42 42 0,42-42-1,-21 42 1,-21 0 0,-42-21-1,21 21 1,-105 0 156,0 21-157,-21-21-15,-105 42 16,105-21 0,-21 0-1,42-21 1,-21 0-1,42 0 1,0 0 0,-42-21-1,0 21 1,0 0 0,63 0-1,0 0 1,0 0 15,0-21 0,-42 21-15,42-21 0,21 21-1,0-21 1,-105 21-1,42 0 1,-42-42 0,42 21-1,-42-21 1,42 21 0,63 21-1,-21-21 1,-42 0 15,0 21-15,63 0-1,0 0 1,-42 0 0,0 0-1,-84-21 1,42 21-1,0 0 1,21 21 0,63-21-1,0 0 1,-21 21 0,-42 21-1,63-42 16,0 0-15,21 21 31,-42 0-31,-21-21-1,42 0 1,0 0 62,0 0-62,0 0-1,0 0 1,0 0-16,0 0 31,0 21-15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8:0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24575,'13'-1'0,"0"-1"0,0-1 0,-1 0 0,1 0 0,-1-1 0,22-10 0,2-1 0,-6 4 0,-1 0 0,1 3 0,0 0 0,1 2 0,62-5 0,388 14 0,-454-1 0,0 0 0,41 11 0,-36-7 0,39 3 0,-34-7 0,-17-2 0,0 2 0,0 0 0,31 7 0,47 10 0,-24-6 0,-23-5 0,-1-2 0,1-2 0,85-6 0,60 5 0,-105 12 0,-61-9 0,42 4 0,31-9 0,-67-2 0,-1 2 0,0 1 0,45 9 0,-35-3 0,1-1 0,57 0 0,94-8 0,-74-1 0,295 2 0,-389-2 0,0-1 0,-1-2 0,0-1 0,0-1 0,47-19 0,-46 15 0,0 2 0,1 0 0,1 2 0,51-6 0,-44 12 0,-9 1 0,1-2 0,34-7 0,74-13 0,-19 4 0,-9 6 0,-71 9 0,37-7 0,-26 1 0,93-3 0,53 13 0,-70 1 0,805-2-1365,-903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24575,'5'5'0,"8"2"0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24575,'16'1'0,"0"1"0,0 1 0,0 0 0,-1 1 0,27 11 0,29 7 0,-20-14 0,1-2 0,-1-2 0,84-5 0,-59 0 0,334-1 0,-385 3 0,1 1 0,-1 1 0,38 10 0,73 28 0,-90-26 0,98 39 0,-64-22 0,11 3 0,102 56 0,-174-82 0,35 12 0,9 3 0,-44-15 0,0-1 0,1-1 0,0-1 0,1-1 0,-1 0 0,1-2 0,0 0 0,42-1 0,-35-1 0,-1 2 0,32 6 0,20 3 0,-45-6 0,1 1 0,-1 2 0,-1 1 0,40 17 0,6 2 0,-66-24 0,36 12 0,1-1 0,1-3 0,77 10 0,-89-17 0,0 1 0,0 2 0,0 1 0,-2 3 0,1 0 0,-2 3 0,63 35 0,-89-45 0,1-1 0,0 0 0,0-1 0,0 0 0,22 3 0,58 2 0,-58-7 0,90 17 0,-84-12 0,28 7 0,-35-7 0,62 7 0,204-13 0,-146-3 0,-135 2 0,1-1 0,-1-1 0,0-1 0,-1 0 0,33-12 0,-17 3 0,-2-2 0,31-19 0,55-23 0,-51 25 0,-13 9 0,-37 17 0,0-1 0,-1-1 0,0 0 0,23-16 0,20-25 0,-41 33 0,1 0 0,1 2 0,0 0 0,0 1 0,23-11 0,-19 11 0,0 0 0,36-28 0,-35 24 0,45-26 0,-14 16 0,89-31 0,13 4 0,-133 45 166,28-14 0,-34 14-590,0 0-1,1 1 1,19-4 0,-11 6-6402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24575,'0'-1'0,"0"-1"0,1 0 0,-1 1 0,1-1 0,-1 1 0,1-1 0,0 1 0,0-1 0,-1 1 0,1 0 0,0-1 0,0 1 0,1 0 0,-1 0 0,0 0 0,0 0 0,0 0 0,1 0 0,-1 0 0,2-1 0,33-16 0,-29 15 0,98-54 0,-2 1 0,-89 50 0,1 0 0,-1 1 0,1 1 0,0 0 0,27-2 0,94 4-381,-112 3-603,4-1-5842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1057 0 24575,'-581'0'0,"555"2"0,1 0 0,-37 9 0,-18 2 0,52-9 0,-34 9 0,38-6 0,-1-2 0,-30 2 0,-6-6-1365,33-1-5461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20113C0-DB06-45B3-9D01-CBF0A2C3A82A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4DA50C-8C7F-4EA0-984B-660B5AC6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2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76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9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5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27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might not be “normally” distributed, but the residuals can be (or vice versa). Its only important that the residuals are normally distributed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18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4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57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96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9347-0252-7BE2-D1D6-E8425464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1B051-37C1-60F2-0D22-8BFA29AD6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5ED2E-7F43-1911-4D00-282332C66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03F9D-BFB0-7B3A-3F03-DBF49F2DB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74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1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 come from the Sums of squares divided by the 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6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D5477-38C5-4726-A7CA-F055B6118951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hnp13.github.io/ALS6502C-LMANR-Manual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2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if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tif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tif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tif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if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87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7.png"/><Relationship Id="rId7" Type="http://schemas.openxmlformats.org/officeDocument/2006/relationships/customXml" Target="../ink/ink1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77.e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5" Type="http://schemas.openxmlformats.org/officeDocument/2006/relationships/image" Target="../media/image84.png"/><Relationship Id="rId4" Type="http://schemas.openxmlformats.org/officeDocument/2006/relationships/image" Target="../media/image77.em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customXml" Target="../ink/ink3.xml"/><Relationship Id="rId4" Type="http://schemas.openxmlformats.org/officeDocument/2006/relationships/image" Target="../media/image100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10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104.png"/><Relationship Id="rId4" Type="http://schemas.openxmlformats.org/officeDocument/2006/relationships/image" Target="../media/image100.png"/><Relationship Id="rId9" Type="http://schemas.openxmlformats.org/officeDocument/2006/relationships/customXml" Target="../ink/ink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7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640081"/>
            <a:ext cx="3124200" cy="525779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b="1">
                <a:solidFill>
                  <a:srgbClr val="2C2C2C"/>
                </a:solidFill>
              </a:rPr>
              <a:t>FES Stats Workshop</a:t>
            </a:r>
            <a:br>
              <a:rPr lang="en-US" sz="2500" b="1">
                <a:solidFill>
                  <a:srgbClr val="2C2C2C"/>
                </a:solidFill>
              </a:rPr>
            </a:br>
            <a:br>
              <a:rPr lang="en-US" sz="2500">
                <a:solidFill>
                  <a:srgbClr val="2C2C2C"/>
                </a:solidFill>
              </a:rPr>
            </a:br>
            <a:r>
              <a:rPr lang="en-US" sz="2500">
                <a:solidFill>
                  <a:srgbClr val="2C2C2C"/>
                </a:solidFill>
              </a:rPr>
              <a:t>Overview of Stats process</a:t>
            </a: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 descr="STATS, STATS AND MORE STATS | Eternal Sunshine Of The Digital Mind">
            <a:extLst>
              <a:ext uri="{FF2B5EF4-FFF2-40B4-BE49-F238E27FC236}">
                <a16:creationId xmlns:a16="http://schemas.microsoft.com/office/drawing/2014/main" id="{F51998EF-D486-4EF4-A1FD-C5841DB1C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" b="1"/>
          <a:stretch/>
        </p:blipFill>
        <p:spPr bwMode="auto">
          <a:xfrm>
            <a:off x="4062964" y="942538"/>
            <a:ext cx="7163222" cy="480833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18F4E49-4795-A3BB-F97C-7B79966AB9AA}"/>
              </a:ext>
            </a:extLst>
          </p:cNvPr>
          <p:cNvSpPr/>
          <p:nvPr/>
        </p:nvSpPr>
        <p:spPr>
          <a:xfrm flipH="1">
            <a:off x="4267200" y="1905000"/>
            <a:ext cx="1981201" cy="91440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Please check 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9545-CC44-DB8A-A934-FF9327C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CD24-C24C-F70C-E468-079FBD9C1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983161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Afternoon</a:t>
            </a:r>
            <a:endParaRPr lang="en-US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Lecture [1.5 hours, including Q&amp;A]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Stats basics </a:t>
            </a: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Overview of Stats process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Worked example in R and SAS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en-US" sz="2000" kern="100">
                <a:ea typeface="Aptos" panose="020B0004020202020204" pitchFamily="34" charset="0"/>
                <a:cs typeface="Times New Roman" panose="02020603050405020304" pitchFamily="18" charset="0"/>
              </a:rPr>
              <a:t>1.5</a:t>
            </a:r>
            <a:r>
              <a:rPr lang="en-US" sz="20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hours, including Q&amp;A]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3C20CA28-1A0C-84C7-C009-0EBBF8DDA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825852"/>
            <a:ext cx="4010025" cy="449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7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13F5-6A11-D5A8-F736-E3CD2C85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ALS6502C Course Manual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C0BF99-9234-999D-05D8-C2335788F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54" y="1600200"/>
            <a:ext cx="8356292" cy="45259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1151-691C-93C0-21E7-7E332FF8FA33}"/>
              </a:ext>
            </a:extLst>
          </p:cNvPr>
          <p:cNvSpPr txBox="1"/>
          <p:nvPr/>
        </p:nvSpPr>
        <p:spPr>
          <a:xfrm>
            <a:off x="3048838" y="628414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https://hahnp13.github.io/ALS6502C-LMANR-Manual/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5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 bwMode="auto">
          <a:xfrm>
            <a:off x="1566068" y="533400"/>
            <a:ext cx="9059863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4139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0"/>
            <a:ext cx="9059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2665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A24B67-CF98-420F-B72A-D894F2ED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192000" cy="620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8686800" y="6201242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5428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uiz Time on Make a GIF">
            <a:extLst>
              <a:ext uri="{FF2B5EF4-FFF2-40B4-BE49-F238E27FC236}">
                <a16:creationId xmlns:a16="http://schemas.microsoft.com/office/drawing/2014/main" id="{4D5C03D2-E47C-ADEC-2592-2393AED8F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55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ED97-2AF8-C7F6-D8DC-90DF4307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E03C-AC74-7627-68D3-BEDD4834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4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1E9C-A995-CB4E-11CD-8AB1EF7C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5D38-78C8-9D30-5B28-1C733728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BABA-4C41-EDBC-9A4C-196A8169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9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4272-996E-8965-08FA-174CD0B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F007-A526-B647-F246-F3BA4DE5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C5E1-BB62-1795-42D4-870DDA69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5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071D-E7E0-1773-AC61-BC3D6B95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53D1-95B2-A2CA-F6B4-D56BBC4F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53D0-6A4B-2274-158D-BED5F234C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2C55-AC7B-79E2-E263-36FEA31D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E430-2338-B88E-73E4-FC5427E2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E170-53B8-7A3D-2B87-A30DE6B2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DBDC-B52C-8E25-9626-831F3842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10DB-2347-F099-47BB-E3179F3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7EFB-609E-535D-3611-B288972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60D0-649A-37E4-113F-658854A8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4EC9-890C-B5C1-3B20-F4E8AF22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9A13-F5D4-DF8F-4DD1-DA5295A4A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FBA8-3CB4-3F1F-4226-D0193148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125F-89BF-3A77-13E5-21A62E3A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8B6F-D408-DC12-6E7B-B18AF8564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>
                <a:effectLst/>
              </a:rPr>
              <a:t>An estimate of the variability, or precision, of a sample mean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9623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084C-016E-5826-6504-2E680482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4904-90E1-6862-98D5-17CE3723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8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897B-595D-47FC-EF1A-3F50E85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D44-F8C7-27A3-D935-43E244F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919C-4284-7AEF-3629-64ADB761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/>
              <a:t>Normal (Gaussian) distribution</a:t>
            </a:r>
          </a:p>
          <a:p>
            <a:pPr>
              <a:lnSpc>
                <a:spcPct val="90000"/>
              </a:lnSpc>
            </a:pPr>
            <a:r>
              <a:rPr lang="en-US" sz="3000" dirty="0"/>
              <a:t>Continuous numeric variables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-</a:t>
            </a:r>
            <a:r>
              <a:rPr lang="en-US" sz="2600" dirty="0">
                <a:effectLst/>
              </a:rPr>
              <a:t>∞</a:t>
            </a:r>
            <a:r>
              <a:rPr lang="en-US" sz="2600" dirty="0"/>
              <a:t> to </a:t>
            </a:r>
            <a:r>
              <a:rPr lang="en-US" sz="2600" dirty="0">
                <a:effectLst/>
              </a:rPr>
              <a:t>∞</a:t>
            </a:r>
            <a:endParaRPr lang="en-US" sz="26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Most points near the mean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Points symmetrically distributed around mean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CC4FA-0C91-B356-3098-F820E3DD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833841"/>
            <a:ext cx="5486400" cy="42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B90E-F809-C737-09B8-A2ACD85D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F8BF-AE8A-6236-413E-012B0326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9338-095B-2708-44B9-76A6EFB1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Normal (Gaussian) distribution</a:t>
            </a:r>
          </a:p>
          <a:p>
            <a:r>
              <a:rPr lang="en-US" dirty="0"/>
              <a:t>Continuous numeric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>
                <a:effectLst/>
              </a:rPr>
              <a:t>∞</a:t>
            </a:r>
            <a:r>
              <a:rPr lang="en-US" dirty="0"/>
              <a:t> to </a:t>
            </a:r>
            <a:r>
              <a:rPr lang="en-US" dirty="0">
                <a:effectLst/>
              </a:rPr>
              <a:t>∞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Most points near the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Points symmetrically distributed around mean</a:t>
            </a:r>
          </a:p>
          <a:p>
            <a:r>
              <a:rPr lang="en-US" dirty="0"/>
              <a:t>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μ</a:t>
            </a:r>
            <a:r>
              <a:rPr lang="en-US" dirty="0"/>
              <a:t> =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/>
              <a:t>σ</a:t>
            </a:r>
            <a:r>
              <a:rPr lang="el-GR" baseline="30000" dirty="0"/>
              <a:t>2</a:t>
            </a:r>
            <a:r>
              <a:rPr lang="en-US" baseline="30000" dirty="0"/>
              <a:t> </a:t>
            </a:r>
            <a:r>
              <a:rPr lang="en-US" dirty="0"/>
              <a:t> = Variance</a:t>
            </a:r>
          </a:p>
          <a:p>
            <a:pPr lvl="2"/>
            <a:r>
              <a:rPr lang="el-GR" dirty="0"/>
              <a:t>σ</a:t>
            </a:r>
            <a:r>
              <a:rPr lang="en-US" dirty="0"/>
              <a:t> = Standard deviation</a:t>
            </a:r>
          </a:p>
        </p:txBody>
      </p:sp>
      <p:pic>
        <p:nvPicPr>
          <p:cNvPr id="17" name="Picture 16" descr="A diagram of normal distribution&#10;&#10;AI-generated content may be incorrect.">
            <a:extLst>
              <a:ext uri="{FF2B5EF4-FFF2-40B4-BE49-F238E27FC236}">
                <a16:creationId xmlns:a16="http://schemas.microsoft.com/office/drawing/2014/main" id="{32F8236A-8032-D1CF-4036-CCEFCE825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50" t="48670" r="24191" b="6267"/>
          <a:stretch>
            <a:fillRect/>
          </a:stretch>
        </p:blipFill>
        <p:spPr>
          <a:xfrm>
            <a:off x="6553200" y="3900126"/>
            <a:ext cx="5029200" cy="2885607"/>
          </a:xfrm>
          <a:prstGeom prst="rect">
            <a:avLst/>
          </a:prstGeom>
        </p:spPr>
      </p:pic>
      <p:pic>
        <p:nvPicPr>
          <p:cNvPr id="19" name="Picture 18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1E781F0D-D91C-2917-8A44-321F2E99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6182"/>
            <a:ext cx="4724400" cy="472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8ABA54-7E21-7590-B161-646FD380D61D}"/>
              </a:ext>
            </a:extLst>
          </p:cNvPr>
          <p:cNvSpPr txBox="1"/>
          <p:nvPr/>
        </p:nvSpPr>
        <p:spPr>
          <a:xfrm>
            <a:off x="9601200" y="4038600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/>
              <a:t>SD = 1</a:t>
            </a:r>
            <a:endParaRPr lang="de-DE" sz="2400" i="1"/>
          </a:p>
        </p:txBody>
      </p:sp>
    </p:spTree>
    <p:extLst>
      <p:ext uri="{BB962C8B-B14F-4D97-AF65-F5344CB8AC3E}">
        <p14:creationId xmlns:p14="http://schemas.microsoft.com/office/powerpoint/2010/main" val="193260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BF91-D1E9-99DD-B308-84DD9B60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4AC1-6C88-2D15-3A26-B6501CFD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/>
              <a:t>What processes generate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42871-DC59-1428-01D6-44A9D12A0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7"/>
            <a:ext cx="10972800" cy="1143000"/>
          </a:xfrm>
        </p:spPr>
        <p:txBody>
          <a:bodyPr>
            <a:normAutofit/>
          </a:bodyPr>
          <a:lstStyle/>
          <a:p>
            <a:r>
              <a:rPr lang="en-US"/>
              <a:t>Data are the result of natural (or biological) phenomena</a:t>
            </a:r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32393D07-8775-4277-9414-BA8C24A3213A}"/>
              </a:ext>
            </a:extLst>
          </p:cNvPr>
          <p:cNvGrpSpPr/>
          <p:nvPr/>
        </p:nvGrpSpPr>
        <p:grpSpPr>
          <a:xfrm>
            <a:off x="1009854" y="2709158"/>
            <a:ext cx="2038145" cy="2995313"/>
            <a:chOff x="1009854" y="2709158"/>
            <a:chExt cx="2038145" cy="299531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EEF828-8278-8ADB-EE76-811207C8C2DE}"/>
                </a:ext>
              </a:extLst>
            </p:cNvPr>
            <p:cNvSpPr txBox="1"/>
            <p:nvPr/>
          </p:nvSpPr>
          <p:spPr>
            <a:xfrm>
              <a:off x="1257800" y="2709158"/>
              <a:ext cx="1219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Counts</a:t>
              </a:r>
              <a:endParaRPr lang="de-DE" sz="2800" b="1"/>
            </a:p>
          </p:txBody>
        </p: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B2046D26-C749-75C5-EE8D-B817FE537184}"/>
                </a:ext>
              </a:extLst>
            </p:cNvPr>
            <p:cNvGrpSpPr/>
            <p:nvPr/>
          </p:nvGrpSpPr>
          <p:grpSpPr>
            <a:xfrm>
              <a:off x="1009854" y="3488711"/>
              <a:ext cx="2038145" cy="2215760"/>
              <a:chOff x="1155369" y="3578878"/>
              <a:chExt cx="1868750" cy="2031603"/>
            </a:xfrm>
          </p:grpSpPr>
          <p:pic>
            <p:nvPicPr>
              <p:cNvPr id="1032" name="Graphic 1031" descr="Wilting Pot Plant with solid fill">
                <a:extLst>
                  <a:ext uri="{FF2B5EF4-FFF2-40B4-BE49-F238E27FC236}">
                    <a16:creationId xmlns:a16="http://schemas.microsoft.com/office/drawing/2014/main" id="{091DDB06-13A1-E7E9-AB6F-726BFD0ABD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55369" y="3578878"/>
                <a:ext cx="1543127" cy="1543127"/>
              </a:xfrm>
              <a:prstGeom prst="rect">
                <a:avLst/>
              </a:prstGeom>
            </p:spPr>
          </p:pic>
          <p:pic>
            <p:nvPicPr>
              <p:cNvPr id="63" name="Graphic 62" descr="Bug under magnifying glass with solid fill">
                <a:extLst>
                  <a:ext uri="{FF2B5EF4-FFF2-40B4-BE49-F238E27FC236}">
                    <a16:creationId xmlns:a16="http://schemas.microsoft.com/office/drawing/2014/main" id="{73EF2991-C095-F7EF-6CFD-B3924A170C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846657" y="4433019"/>
                <a:ext cx="1177462" cy="1177462"/>
              </a:xfrm>
              <a:prstGeom prst="rect">
                <a:avLst/>
              </a:prstGeom>
            </p:spPr>
          </p:pic>
        </p:grp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7D95460-887C-7D8C-687D-2BFBD1C7F418}"/>
              </a:ext>
            </a:extLst>
          </p:cNvPr>
          <p:cNvGrpSpPr/>
          <p:nvPr/>
        </p:nvGrpSpPr>
        <p:grpSpPr>
          <a:xfrm>
            <a:off x="4443748" y="2709158"/>
            <a:ext cx="2388545" cy="2811156"/>
            <a:chOff x="4443748" y="2709158"/>
            <a:chExt cx="2388545" cy="281115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C7F085-AE0E-1D0E-3C06-26F2CC4D4527}"/>
                </a:ext>
              </a:extLst>
            </p:cNvPr>
            <p:cNvSpPr txBox="1"/>
            <p:nvPr/>
          </p:nvSpPr>
          <p:spPr>
            <a:xfrm>
              <a:off x="4443748" y="2709158"/>
              <a:ext cx="19982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800" b="1"/>
                <a:t>Proportion</a:t>
              </a:r>
            </a:p>
          </p:txBody>
        </p:sp>
        <p:grpSp>
          <p:nvGrpSpPr>
            <p:cNvPr id="1047" name="Group 1046">
              <a:extLst>
                <a:ext uri="{FF2B5EF4-FFF2-40B4-BE49-F238E27FC236}">
                  <a16:creationId xmlns:a16="http://schemas.microsoft.com/office/drawing/2014/main" id="{7A10CFF8-9D9C-D58F-4514-36B4C3C9581A}"/>
                </a:ext>
              </a:extLst>
            </p:cNvPr>
            <p:cNvGrpSpPr/>
            <p:nvPr/>
          </p:nvGrpSpPr>
          <p:grpSpPr>
            <a:xfrm>
              <a:off x="4638179" y="3273660"/>
              <a:ext cx="2194114" cy="2246654"/>
              <a:chOff x="4572000" y="3544546"/>
              <a:chExt cx="2194114" cy="2246654"/>
            </a:xfrm>
          </p:grpSpPr>
          <p:sp>
            <p:nvSpPr>
              <p:cNvPr id="1034" name="Partial Circle 1033">
                <a:extLst>
                  <a:ext uri="{FF2B5EF4-FFF2-40B4-BE49-F238E27FC236}">
                    <a16:creationId xmlns:a16="http://schemas.microsoft.com/office/drawing/2014/main" id="{2CCF2F3C-55F0-0CFC-1602-9305D4945864}"/>
                  </a:ext>
                </a:extLst>
              </p:cNvPr>
              <p:cNvSpPr/>
              <p:nvPr/>
            </p:nvSpPr>
            <p:spPr>
              <a:xfrm>
                <a:off x="4706552" y="3999534"/>
                <a:ext cx="1524000" cy="1524000"/>
              </a:xfrm>
              <a:prstGeom prst="pie">
                <a:avLst>
                  <a:gd name="adj1" fmla="val 16211144"/>
                  <a:gd name="adj2" fmla="val 19959421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033" name="Partial Circle 1032">
                <a:extLst>
                  <a:ext uri="{FF2B5EF4-FFF2-40B4-BE49-F238E27FC236}">
                    <a16:creationId xmlns:a16="http://schemas.microsoft.com/office/drawing/2014/main" id="{5F90338C-B8B6-34FA-2BFE-D1524AAE68B5}"/>
                  </a:ext>
                </a:extLst>
              </p:cNvPr>
              <p:cNvSpPr/>
              <p:nvPr/>
            </p:nvSpPr>
            <p:spPr>
              <a:xfrm>
                <a:off x="4572000" y="4267200"/>
                <a:ext cx="1524000" cy="1524000"/>
              </a:xfrm>
              <a:prstGeom prst="pie">
                <a:avLst>
                  <a:gd name="adj1" fmla="val 20063167"/>
                  <a:gd name="adj2" fmla="val 16200000"/>
                </a:avLst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9" name="Graphic 1038" descr="Danger with solid fill">
                <a:extLst>
                  <a:ext uri="{FF2B5EF4-FFF2-40B4-BE49-F238E27FC236}">
                    <a16:creationId xmlns:a16="http://schemas.microsoft.com/office/drawing/2014/main" id="{E1F4E76F-AF25-746B-9ED9-00ABEE97B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273867" y="3544546"/>
                <a:ext cx="492247" cy="492247"/>
              </a:xfrm>
              <a:prstGeom prst="rect">
                <a:avLst/>
              </a:prstGeom>
            </p:spPr>
          </p:pic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066DA050-7883-B049-31E5-0F6720EAAD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b="27977"/>
              <a:stretch/>
            </p:blipFill>
            <p:spPr>
              <a:xfrm rot="1636802">
                <a:off x="5514890" y="3680610"/>
                <a:ext cx="917156" cy="825710"/>
              </a:xfrm>
              <a:prstGeom prst="rect">
                <a:avLst/>
              </a:prstGeom>
            </p:spPr>
          </p:pic>
        </p:grp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34D5EE46-1E1D-7725-18CD-AF5C2E83DE40}"/>
              </a:ext>
            </a:extLst>
          </p:cNvPr>
          <p:cNvGrpSpPr/>
          <p:nvPr/>
        </p:nvGrpSpPr>
        <p:grpSpPr>
          <a:xfrm>
            <a:off x="8408767" y="2709158"/>
            <a:ext cx="2441660" cy="2863107"/>
            <a:chOff x="8408767" y="2709158"/>
            <a:chExt cx="2441660" cy="286310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381B2D-E434-93AD-2AEE-CFA6AC31F10E}"/>
                </a:ext>
              </a:extLst>
            </p:cNvPr>
            <p:cNvSpPr txBox="1"/>
            <p:nvPr/>
          </p:nvSpPr>
          <p:spPr>
            <a:xfrm>
              <a:off x="8408767" y="2709158"/>
              <a:ext cx="24416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800" b="1"/>
                <a:t>Time-</a:t>
              </a:r>
              <a:r>
                <a:rPr lang="de-DE" sz="2800" b="1" err="1"/>
                <a:t>to</a:t>
              </a:r>
              <a:r>
                <a:rPr lang="de-DE" sz="2800" b="1"/>
                <a:t>-Event</a:t>
              </a:r>
            </a:p>
          </p:txBody>
        </p:sp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151D2B82-004F-130C-6D9E-368538D98624}"/>
                </a:ext>
              </a:extLst>
            </p:cNvPr>
            <p:cNvGrpSpPr/>
            <p:nvPr/>
          </p:nvGrpSpPr>
          <p:grpSpPr>
            <a:xfrm>
              <a:off x="8513940" y="3429000"/>
              <a:ext cx="2231313" cy="2143265"/>
              <a:chOff x="8901693" y="3530015"/>
              <a:chExt cx="2231313" cy="2143265"/>
            </a:xfrm>
          </p:grpSpPr>
          <p:pic>
            <p:nvPicPr>
              <p:cNvPr id="59" name="Graphic 58" descr="Stopwatch 33% with solid fill">
                <a:extLst>
                  <a:ext uri="{FF2B5EF4-FFF2-40B4-BE49-F238E27FC236}">
                    <a16:creationId xmlns:a16="http://schemas.microsoft.com/office/drawing/2014/main" id="{99F3C345-AC2D-0A92-5A58-4DD578B21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329223" y="3530015"/>
                <a:ext cx="1327899" cy="1327899"/>
              </a:xfrm>
              <a:prstGeom prst="rect">
                <a:avLst/>
              </a:prstGeom>
            </p:spPr>
          </p:pic>
          <p:pic>
            <p:nvPicPr>
              <p:cNvPr id="1041" name="Graphic 1040" descr="Caterpillar with solid fill">
                <a:extLst>
                  <a:ext uri="{FF2B5EF4-FFF2-40B4-BE49-F238E27FC236}">
                    <a16:creationId xmlns:a16="http://schemas.microsoft.com/office/drawing/2014/main" id="{10DC23CF-555F-DBA1-F06D-454DB0FF9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901693" y="4826094"/>
                <a:ext cx="794031" cy="794031"/>
              </a:xfrm>
              <a:prstGeom prst="rect">
                <a:avLst/>
              </a:prstGeom>
            </p:spPr>
          </p:pic>
          <p:pic>
            <p:nvPicPr>
              <p:cNvPr id="1043" name="Graphic 1042" descr="Butterfly with solid fill">
                <a:extLst>
                  <a:ext uri="{FF2B5EF4-FFF2-40B4-BE49-F238E27FC236}">
                    <a16:creationId xmlns:a16="http://schemas.microsoft.com/office/drawing/2014/main" id="{D04C01CC-5B28-B21A-F3B9-B85211F18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0218606" y="475888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045" name="Straight Arrow Connector 1044">
                <a:extLst>
                  <a:ext uri="{FF2B5EF4-FFF2-40B4-BE49-F238E27FC236}">
                    <a16:creationId xmlns:a16="http://schemas.microsoft.com/office/drawing/2014/main" id="{08CE85E8-9788-3253-0CEA-EFDF91D9EB89}"/>
                  </a:ext>
                </a:extLst>
              </p:cNvPr>
              <p:cNvCxnSpPr/>
              <p:nvPr/>
            </p:nvCxnSpPr>
            <p:spPr>
              <a:xfrm>
                <a:off x="9695724" y="5223109"/>
                <a:ext cx="552046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87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B33DD-99FD-4E97-B6FB-323935CC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6"/>
            <a:ext cx="10972800" cy="4525963"/>
          </a:xfrm>
        </p:spPr>
        <p:txBody>
          <a:bodyPr/>
          <a:lstStyle/>
          <a:p>
            <a:r>
              <a:rPr lang="en-US"/>
              <a:t>Data are the result of natural (or biological) phenomena</a:t>
            </a:r>
          </a:p>
          <a:p>
            <a:r>
              <a:rPr lang="en-US"/>
              <a:t>Phenomena is mathematically described by a probability distribution</a:t>
            </a:r>
          </a:p>
          <a:p>
            <a:r>
              <a:rPr lang="en-US"/>
              <a:t>Data we observe are a random subset of events produced by a phenomenon</a:t>
            </a:r>
          </a:p>
          <a:p>
            <a:r>
              <a:rPr lang="en-US"/>
              <a:t>Used to model data in statistical analysis and make inferences</a:t>
            </a:r>
          </a:p>
          <a:p>
            <a:pPr lvl="1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6FD7C7-9A8D-FABF-68BE-C30FE687BACF}"/>
              </a:ext>
            </a:extLst>
          </p:cNvPr>
          <p:cNvSpPr txBox="1"/>
          <p:nvPr/>
        </p:nvSpPr>
        <p:spPr>
          <a:xfrm>
            <a:off x="7351588" y="4466847"/>
            <a:ext cx="15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Observed data</a:t>
            </a:r>
          </a:p>
        </p:txBody>
      </p:sp>
      <p:pic>
        <p:nvPicPr>
          <p:cNvPr id="20" name="Picture 19" descr="A graph with dots and numbers&#10;&#10;Description automatically generated">
            <a:extLst>
              <a:ext uri="{FF2B5EF4-FFF2-40B4-BE49-F238E27FC236}">
                <a16:creationId xmlns:a16="http://schemas.microsoft.com/office/drawing/2014/main" id="{F9D62642-1FAD-17C1-2A6B-FB3636AE9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3"/>
          <a:stretch/>
        </p:blipFill>
        <p:spPr>
          <a:xfrm>
            <a:off x="6666496" y="4845303"/>
            <a:ext cx="2669755" cy="16475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81152-8455-4515-B9C1-3B6AE27F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/>
              <a:t>What processes generate data?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DB8CEE-2F7B-8DA3-E195-397EA7582F29}"/>
              </a:ext>
            </a:extLst>
          </p:cNvPr>
          <p:cNvGrpSpPr/>
          <p:nvPr/>
        </p:nvGrpSpPr>
        <p:grpSpPr>
          <a:xfrm>
            <a:off x="3210339" y="4482548"/>
            <a:ext cx="2802834" cy="2375452"/>
            <a:chOff x="838200" y="4380813"/>
            <a:chExt cx="2898913" cy="2477187"/>
          </a:xfrm>
        </p:grpSpPr>
        <p:pic>
          <p:nvPicPr>
            <p:cNvPr id="8" name="Picture 7" descr="A graph with numbers and a line&#10;&#10;Description automatically generated">
              <a:extLst>
                <a:ext uri="{FF2B5EF4-FFF2-40B4-BE49-F238E27FC236}">
                  <a16:creationId xmlns:a16="http://schemas.microsoft.com/office/drawing/2014/main" id="{0563B8C4-FCE4-02D4-43BF-AA3FCA9E7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683815"/>
              <a:ext cx="2898913" cy="21741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DC717C-813E-397C-AC7F-7D4EE4F8EFDE}"/>
                </a:ext>
              </a:extLst>
            </p:cNvPr>
            <p:cNvSpPr txBox="1"/>
            <p:nvPr/>
          </p:nvSpPr>
          <p:spPr>
            <a:xfrm>
              <a:off x="1399485" y="4380813"/>
              <a:ext cx="2337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Probability distribution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8F3F6F-87B7-F472-6038-B712BAD96C5A}"/>
              </a:ext>
            </a:extLst>
          </p:cNvPr>
          <p:cNvSpPr txBox="1"/>
          <p:nvPr/>
        </p:nvSpPr>
        <p:spPr>
          <a:xfrm>
            <a:off x="476112" y="4482548"/>
            <a:ext cx="1850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Natural processes</a:t>
            </a:r>
          </a:p>
        </p:txBody>
      </p:sp>
      <p:pic>
        <p:nvPicPr>
          <p:cNvPr id="1028" name="Picture 4" descr="Maryland Today | Meet the Beetles">
            <a:extLst>
              <a:ext uri="{FF2B5EF4-FFF2-40B4-BE49-F238E27FC236}">
                <a16:creationId xmlns:a16="http://schemas.microsoft.com/office/drawing/2014/main" id="{5DA4BE05-DE30-2522-4FFC-1193931AC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52" y="5106809"/>
            <a:ext cx="2004747" cy="10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D6D19B1F-D9C2-C8F0-8C12-CF7C4E5CE3C5}"/>
              </a:ext>
            </a:extLst>
          </p:cNvPr>
          <p:cNvSpPr/>
          <p:nvPr/>
        </p:nvSpPr>
        <p:spPr>
          <a:xfrm>
            <a:off x="2494722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101125E0-B4B4-D8B6-781A-896DF196FB9A}"/>
              </a:ext>
            </a:extLst>
          </p:cNvPr>
          <p:cNvSpPr/>
          <p:nvPr/>
        </p:nvSpPr>
        <p:spPr>
          <a:xfrm>
            <a:off x="5972924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F738E9-A825-C9BC-3B2B-0ABE03D74225}"/>
              </a:ext>
            </a:extLst>
          </p:cNvPr>
          <p:cNvGrpSpPr/>
          <p:nvPr/>
        </p:nvGrpSpPr>
        <p:grpSpPr>
          <a:xfrm>
            <a:off x="9969858" y="4463118"/>
            <a:ext cx="2059861" cy="2223669"/>
            <a:chOff x="9795968" y="4582388"/>
            <a:chExt cx="2059861" cy="222366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8BE694-A1E5-657E-801A-4D76194511F3}"/>
                </a:ext>
              </a:extLst>
            </p:cNvPr>
            <p:cNvSpPr/>
            <p:nvPr/>
          </p:nvSpPr>
          <p:spPr>
            <a:xfrm>
              <a:off x="10175697" y="5106466"/>
              <a:ext cx="1515787" cy="134537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E5C71D-72BB-3F2D-48EB-C8EA1B208B80}"/>
                </a:ext>
              </a:extLst>
            </p:cNvPr>
            <p:cNvSpPr/>
            <p:nvPr/>
          </p:nvSpPr>
          <p:spPr>
            <a:xfrm>
              <a:off x="10406270" y="5297557"/>
              <a:ext cx="1083365" cy="884582"/>
            </a:xfrm>
            <a:custGeom>
              <a:avLst/>
              <a:gdLst>
                <a:gd name="connsiteX0" fmla="*/ 0 w 1083365"/>
                <a:gd name="connsiteY0" fmla="*/ 884582 h 884582"/>
                <a:gd name="connsiteX1" fmla="*/ 596347 w 1083365"/>
                <a:gd name="connsiteY1" fmla="*/ 695739 h 884582"/>
                <a:gd name="connsiteX2" fmla="*/ 1083365 w 1083365"/>
                <a:gd name="connsiteY2" fmla="*/ 0 h 8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3365" h="884582">
                  <a:moveTo>
                    <a:pt x="0" y="884582"/>
                  </a:moveTo>
                  <a:cubicBezTo>
                    <a:pt x="207893" y="863875"/>
                    <a:pt x="415786" y="843169"/>
                    <a:pt x="596347" y="695739"/>
                  </a:cubicBezTo>
                  <a:cubicBezTo>
                    <a:pt x="776908" y="548309"/>
                    <a:pt x="930136" y="274154"/>
                    <a:pt x="108336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4AEBC7-D3F3-E35D-9F4E-13FB0AECEC07}"/>
                </a:ext>
              </a:extLst>
            </p:cNvPr>
            <p:cNvSpPr txBox="1"/>
            <p:nvPr/>
          </p:nvSpPr>
          <p:spPr>
            <a:xfrm>
              <a:off x="9978606" y="4582388"/>
              <a:ext cx="1870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Model / inference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D4943C-E774-55CE-9300-395E128333A2}"/>
                </a:ext>
              </a:extLst>
            </p:cNvPr>
            <p:cNvSpPr txBox="1"/>
            <p:nvPr/>
          </p:nvSpPr>
          <p:spPr>
            <a:xfrm>
              <a:off x="10012696" y="6436725"/>
              <a:ext cx="1843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Predictor variable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F08389-FF0F-6D3D-1053-3F70ABB702A6}"/>
                </a:ext>
              </a:extLst>
            </p:cNvPr>
            <p:cNvSpPr txBox="1"/>
            <p:nvPr/>
          </p:nvSpPr>
          <p:spPr>
            <a:xfrm rot="16200000">
              <a:off x="9620215" y="5573612"/>
              <a:ext cx="720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count</a:t>
              </a:r>
            </a:p>
          </p:txBody>
        </p:sp>
      </p:grpSp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30EA1A11-A230-DD34-7F84-05F58ED8B8CC}"/>
              </a:ext>
            </a:extLst>
          </p:cNvPr>
          <p:cNvSpPr/>
          <p:nvPr/>
        </p:nvSpPr>
        <p:spPr>
          <a:xfrm>
            <a:off x="9293343" y="5408511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12" grpId="0" animBg="1"/>
      <p:bldP spid="1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0902-2B34-46AC-9E7C-E19777B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3" y="173203"/>
            <a:ext cx="10953093" cy="1325563"/>
          </a:xfrm>
        </p:spPr>
        <p:txBody>
          <a:bodyPr>
            <a:normAutofit fontScale="90000"/>
          </a:bodyPr>
          <a:lstStyle/>
          <a:p>
            <a:r>
              <a:rPr lang="en-US"/>
              <a:t>Steps for constructing and interpreting a GLMM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F7BF-5176-4A84-9D47-48B01D9E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1125200" cy="527367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None/>
            </a:pPr>
            <a:r>
              <a:rPr lang="en-US"/>
              <a:t>0.  Data Exploration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Construct model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/>
              <a:t>Fixed effects (predictor or explanatory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/>
              <a:t>Random effects (blocking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/>
              <a:t>Error distribution (response variable or dependent variable)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Assess residuals and overdispersion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Check random effects and/or distribution using AIC (not always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Examine significance of terms in model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/>
              <a:t>Anova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/>
              <a:t>AIC model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Calculate treatment means and/or slopes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Construct contrasts 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Calculate R2m and R2c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Make pretty figure</a:t>
            </a:r>
          </a:p>
        </p:txBody>
      </p:sp>
    </p:spTree>
    <p:extLst>
      <p:ext uri="{BB962C8B-B14F-4D97-AF65-F5344CB8AC3E}">
        <p14:creationId xmlns:p14="http://schemas.microsoft.com/office/powerpoint/2010/main" val="30441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2ABFFD-F000-4555-BC20-F255992C1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789"/>
          <a:stretch>
            <a:fillRect/>
          </a:stretch>
        </p:blipFill>
        <p:spPr>
          <a:xfrm>
            <a:off x="1020380" y="838200"/>
            <a:ext cx="10151239" cy="4251955"/>
          </a:xfrm>
        </p:spPr>
      </p:pic>
      <p:pic>
        <p:nvPicPr>
          <p:cNvPr id="13" name="Picture 1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7F41395F-8E37-FCE4-8C9B-EDF773133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4648200"/>
            <a:ext cx="1752600" cy="1752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714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F07F92-5348-C1F7-0049-FE747487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535361"/>
            <a:ext cx="4579055" cy="505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0: Data exploration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9924"/>
            <a:ext cx="6934200" cy="45259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Plot data, check for outliers/errors. </a:t>
            </a:r>
          </a:p>
          <a:p>
            <a:pPr marL="0" indent="0">
              <a:buNone/>
            </a:pPr>
            <a:r>
              <a:rPr lang="en-US"/>
              <a:t>Check distribution, etc.</a:t>
            </a:r>
          </a:p>
          <a:p>
            <a:pPr lvl="1"/>
            <a:r>
              <a:rPr lang="en-US"/>
              <a:t>Justify </a:t>
            </a:r>
            <a:r>
              <a:rPr lang="en-US" err="1"/>
              <a:t>subsetting</a:t>
            </a:r>
            <a:r>
              <a:rPr lang="en-US"/>
              <a:t>, transformation decisions </a:t>
            </a:r>
            <a:r>
              <a:rPr lang="en-US" i="1"/>
              <a:t>a priori</a:t>
            </a:r>
          </a:p>
          <a:p>
            <a:pPr lvl="2"/>
            <a:r>
              <a:rPr lang="en-US"/>
              <a:t>Or at least for biological reasons</a:t>
            </a:r>
          </a:p>
          <a:p>
            <a:pPr lvl="1"/>
            <a:r>
              <a:rPr lang="en-US"/>
              <a:t>Avoid making decisions based on your specific dataset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C391F-2EF6-0ACF-95E7-01D15E90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97457"/>
            <a:ext cx="5290795" cy="1396859"/>
          </a:xfrm>
          <a:prstGeom prst="rect">
            <a:avLst/>
          </a:prstGeom>
        </p:spPr>
      </p:pic>
      <p:pic>
        <p:nvPicPr>
          <p:cNvPr id="10" name="Picture 9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C9D11B92-2F9B-655F-6155-5B8D85444B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995" y="5366383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5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2000" cy="1143000"/>
          </a:xfrm>
        </p:spPr>
        <p:txBody>
          <a:bodyPr>
            <a:normAutofit/>
          </a:bodyPr>
          <a:lstStyle/>
          <a:p>
            <a:r>
              <a:rPr lang="en-US" sz="3800"/>
              <a:t>Step 1. Construct a statistical model 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Construct a statistical model to test your hypothesis.</a:t>
            </a:r>
          </a:p>
          <a:p>
            <a:pPr lvl="1"/>
            <a:r>
              <a:rPr lang="en-US"/>
              <a:t>Linear model: y ~ x1 + x2 + x1:x2</a:t>
            </a:r>
          </a:p>
          <a:p>
            <a:pPr lvl="1"/>
            <a:r>
              <a:rPr lang="en-US"/>
              <a:t>Random effects?</a:t>
            </a:r>
          </a:p>
          <a:p>
            <a:pPr lvl="1"/>
            <a:r>
              <a:rPr lang="en-US"/>
              <a:t>Distribution? Gaussian okay or generalized model?</a:t>
            </a:r>
          </a:p>
        </p:txBody>
      </p:sp>
    </p:spTree>
    <p:extLst>
      <p:ext uri="{BB962C8B-B14F-4D97-AF65-F5344CB8AC3E}">
        <p14:creationId xmlns:p14="http://schemas.microsoft.com/office/powerpoint/2010/main" val="864182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/>
              <a:t>Step 1. Construct a statistical model </a:t>
            </a:r>
            <a:br>
              <a:rPr lang="en-US" sz="4400"/>
            </a:br>
            <a:r>
              <a:rPr lang="en-US" sz="4400"/>
              <a:t>to test your hypothesis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Linear model: 		</a:t>
            </a:r>
            <a:r>
              <a:rPr lang="en-US" err="1"/>
              <a:t>y</a:t>
            </a:r>
            <a:r>
              <a:rPr lang="en-US" baseline="-25000" err="1"/>
              <a:t>i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</a:t>
            </a:r>
            <a:endParaRPr lang="en-US" baseline="-25000"/>
          </a:p>
          <a:p>
            <a:endParaRPr lang="en-US"/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19229" y="2443976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mean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4812927" y="2215376"/>
            <a:ext cx="292103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916580" y="2286000"/>
            <a:ext cx="366608" cy="5156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67BC96-0DC0-48F8-8461-59E62080CAB8}"/>
              </a:ext>
            </a:extLst>
          </p:cNvPr>
          <p:cNvCxnSpPr>
            <a:cxnSpLocks/>
          </p:cNvCxnSpPr>
          <p:nvPr/>
        </p:nvCxnSpPr>
        <p:spPr>
          <a:xfrm flipH="1" flipV="1">
            <a:off x="6583471" y="2262841"/>
            <a:ext cx="655529" cy="193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A9FDA6-7939-4ADE-B483-6D3702B71D83}"/>
              </a:ext>
            </a:extLst>
          </p:cNvPr>
          <p:cNvSpPr txBox="1"/>
          <p:nvPr/>
        </p:nvSpPr>
        <p:spPr>
          <a:xfrm>
            <a:off x="7239000" y="2255836"/>
            <a:ext cx="29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Residual variation or 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85E8DE-71CB-4243-AF7E-5E9424CCB732}"/>
              </a:ext>
            </a:extLst>
          </p:cNvPr>
          <p:cNvSpPr txBox="1"/>
          <p:nvPr/>
        </p:nvSpPr>
        <p:spPr>
          <a:xfrm>
            <a:off x="2876244" y="2421005"/>
            <a:ext cx="1261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Response </a:t>
            </a:r>
            <a:br>
              <a:rPr lang="en-US" sz="2000" b="1"/>
            </a:br>
            <a:r>
              <a:rPr lang="en-US" sz="2000" b="1"/>
              <a:t>variable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A2CE8A-E0BF-4A04-B422-41F7673572B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506898" y="2057400"/>
            <a:ext cx="743914" cy="36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248446-5570-456A-B528-F50D0CCC88B4}"/>
              </a:ext>
            </a:extLst>
          </p:cNvPr>
          <p:cNvSpPr txBox="1"/>
          <p:nvPr/>
        </p:nvSpPr>
        <p:spPr>
          <a:xfrm>
            <a:off x="4787904" y="2801667"/>
            <a:ext cx="3852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Parameter estimate to change the </a:t>
            </a:r>
            <a:br>
              <a:rPr lang="en-US" sz="2000" b="1"/>
            </a:br>
            <a:r>
              <a:rPr lang="en-US" sz="2000" b="1"/>
              <a:t>mean based on some variable</a:t>
            </a:r>
          </a:p>
          <a:p>
            <a:pPr algn="ctr"/>
            <a:r>
              <a:rPr lang="en-US" sz="2000" b="1"/>
              <a:t>(</a:t>
            </a:r>
            <a:r>
              <a:rPr lang="en-US" sz="2000" b="1" err="1"/>
              <a:t>ie</a:t>
            </a:r>
            <a:r>
              <a:rPr lang="en-US" sz="2000" b="1"/>
              <a:t>. slopes or intercepts)</a:t>
            </a:r>
          </a:p>
        </p:txBody>
      </p:sp>
    </p:spTree>
    <p:extLst>
      <p:ext uri="{BB962C8B-B14F-4D97-AF65-F5344CB8AC3E}">
        <p14:creationId xmlns:p14="http://schemas.microsoft.com/office/powerpoint/2010/main" val="321177191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Autofit/>
          </a:bodyPr>
          <a:lstStyle/>
          <a:p>
            <a:r>
              <a:rPr lang="en-US" sz="4000"/>
              <a:t>Step 1. Construct a statistical model </a:t>
            </a:r>
            <a:br>
              <a:rPr lang="en-US" sz="4000"/>
            </a:br>
            <a:r>
              <a:rPr lang="en-US" sz="4000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“Linear regression”:	</a:t>
            </a:r>
            <a:r>
              <a:rPr lang="en-US" err="1"/>
              <a:t>y</a:t>
            </a:r>
            <a:r>
              <a:rPr lang="en-US" baseline="-25000" err="1"/>
              <a:t>i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B</a:t>
            </a:r>
            <a:r>
              <a:rPr lang="en-US" baseline="-25000"/>
              <a:t>1</a:t>
            </a:r>
            <a:r>
              <a:rPr lang="en-US"/>
              <a:t>X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</a:t>
            </a:r>
            <a:endParaRPr lang="en-US" baseline="-25000"/>
          </a:p>
          <a:p>
            <a:endParaRPr lang="en-US" baseline="-25000"/>
          </a:p>
          <a:p>
            <a:endParaRPr lang="en-US"/>
          </a:p>
          <a:p>
            <a:endParaRPr lang="en-US"/>
          </a:p>
          <a:p>
            <a:r>
              <a:rPr lang="en-US"/>
              <a:t>“ANOVA” model: 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 baseline="-25000"/>
          </a:p>
          <a:p>
            <a:endParaRPr lang="en-US"/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379253" y="2427249"/>
            <a:ext cx="1147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intercept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4953001" y="2198649"/>
            <a:ext cx="112053" cy="228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67200" y="5007114"/>
            <a:ext cx="2790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Adjustment to intercept </a:t>
            </a:r>
            <a:br>
              <a:rPr lang="en-US" sz="2000" b="1"/>
            </a:br>
            <a:r>
              <a:rPr lang="en-US" sz="2000" b="1"/>
              <a:t>for each group</a:t>
            </a:r>
          </a:p>
        </p:txBody>
      </p:sp>
      <p:cxnSp>
        <p:nvCxnSpPr>
          <p:cNvPr id="8" name="Straight Arrow Connector 7"/>
          <p:cNvCxnSpPr>
            <a:stCxn id="7" idx="0"/>
          </p:cNvCxnSpPr>
          <p:nvPr/>
        </p:nvCxnSpPr>
        <p:spPr>
          <a:xfrm flipV="1">
            <a:off x="5662615" y="4397514"/>
            <a:ext cx="101936" cy="609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79253" y="4585227"/>
            <a:ext cx="1147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intercept</a:t>
            </a:r>
          </a:p>
        </p:txBody>
      </p:sp>
      <p:cxnSp>
        <p:nvCxnSpPr>
          <p:cNvPr id="12" name="Straight Arrow Connector 11"/>
          <p:cNvCxnSpPr>
            <a:stCxn id="11" idx="0"/>
          </p:cNvCxnSpPr>
          <p:nvPr/>
        </p:nvCxnSpPr>
        <p:spPr>
          <a:xfrm flipV="1">
            <a:off x="4953001" y="4356627"/>
            <a:ext cx="112053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00494" y="251974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slope</a:t>
            </a:r>
          </a:p>
        </p:txBody>
      </p:sp>
      <p:cxnSp>
        <p:nvCxnSpPr>
          <p:cNvPr id="14" name="Straight Arrow Connector 13"/>
          <p:cNvCxnSpPr>
            <a:cxnSpLocks/>
            <a:stCxn id="13" idx="0"/>
          </p:cNvCxnSpPr>
          <p:nvPr/>
        </p:nvCxnSpPr>
        <p:spPr>
          <a:xfrm flipH="1" flipV="1">
            <a:off x="5800494" y="2091093"/>
            <a:ext cx="377668" cy="428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B659277-0821-436D-8D62-3302A59E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59" y="1348623"/>
            <a:ext cx="2965057" cy="2557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587676-C17F-4671-A1BB-E97F60F0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926" y="3932482"/>
            <a:ext cx="3052836" cy="2736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3ADC7A-252A-45DD-AC99-4BE811D0D40B}"/>
              </a:ext>
            </a:extLst>
          </p:cNvPr>
          <p:cNvSpPr txBox="1"/>
          <p:nvPr/>
        </p:nvSpPr>
        <p:spPr>
          <a:xfrm>
            <a:off x="6679481" y="2627304"/>
            <a:ext cx="705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/>
              <a:t>resid</a:t>
            </a:r>
            <a:endParaRPr lang="en-US" sz="2000" b="1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AB01ED-931E-4656-A7C0-2BE25E73651C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6719945" y="2198649"/>
            <a:ext cx="312517" cy="4286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7C2CB9-16E6-4850-BC93-D55808490D32}"/>
              </a:ext>
            </a:extLst>
          </p:cNvPr>
          <p:cNvSpPr txBox="1"/>
          <p:nvPr/>
        </p:nvSpPr>
        <p:spPr>
          <a:xfrm>
            <a:off x="6233535" y="4552935"/>
            <a:ext cx="70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err="1"/>
              <a:t>resid</a:t>
            </a:r>
            <a:endParaRPr lang="en-US" sz="2000" b="1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99EAF7-C5C8-4483-A7F3-BF9D8B9854A9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555829" y="4356627"/>
            <a:ext cx="30687" cy="19630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441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50975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410201" y="320040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~B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689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~W</a:t>
            </a:r>
          </a:p>
        </p:txBody>
      </p:sp>
    </p:spTree>
    <p:extLst>
      <p:ext uri="{BB962C8B-B14F-4D97-AF65-F5344CB8AC3E}">
        <p14:creationId xmlns:p14="http://schemas.microsoft.com/office/powerpoint/2010/main" val="3351946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334000" y="3076349"/>
            <a:ext cx="6378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~B </a:t>
            </a:r>
            <a:r>
              <a:rPr lang="en-US" sz="2800">
                <a:solidFill>
                  <a:srgbClr val="FF0000"/>
                </a:solidFill>
              </a:rPr>
              <a:t>(</a:t>
            </a:r>
            <a:r>
              <a:rPr lang="en-US" sz="2800" err="1">
                <a:solidFill>
                  <a:srgbClr val="FF0000"/>
                </a:solidFill>
              </a:rPr>
              <a:t>ie</a:t>
            </a:r>
            <a:r>
              <a:rPr lang="en-US" sz="2800">
                <a:solidFill>
                  <a:srgbClr val="FF0000"/>
                </a:solidFill>
              </a:rPr>
              <a:t>. how different the group means are)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34625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~W </a:t>
            </a:r>
            <a:r>
              <a:rPr lang="en-US" sz="2800">
                <a:solidFill>
                  <a:srgbClr val="FF0000"/>
                </a:solidFill>
              </a:rPr>
              <a:t>(</a:t>
            </a:r>
            <a:r>
              <a:rPr lang="en-US" sz="2800" err="1">
                <a:solidFill>
                  <a:srgbClr val="FF0000"/>
                </a:solidFill>
              </a:rPr>
              <a:t>ie</a:t>
            </a:r>
            <a:r>
              <a:rPr lang="en-US" sz="2800">
                <a:solidFill>
                  <a:srgbClr val="FF0000"/>
                </a:solidFill>
              </a:rPr>
              <a:t>. how much var </a:t>
            </a:r>
            <a:br>
              <a:rPr lang="en-US" sz="2800">
                <a:solidFill>
                  <a:srgbClr val="FF0000"/>
                </a:solidFill>
              </a:rPr>
            </a:br>
            <a:r>
              <a:rPr lang="en-US" sz="2800">
                <a:solidFill>
                  <a:srgbClr val="FF0000"/>
                </a:solidFill>
              </a:rPr>
              <a:t>	w/in group)</a:t>
            </a:r>
            <a:endParaRPr 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66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0FC7-EECF-0BA8-77AF-DB90D202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pic>
        <p:nvPicPr>
          <p:cNvPr id="7170" name="Picture 2" descr="Scientific Questions and Variables">
            <a:extLst>
              <a:ext uri="{FF2B5EF4-FFF2-40B4-BE49-F238E27FC236}">
                <a16:creationId xmlns:a16="http://schemas.microsoft.com/office/drawing/2014/main" id="{5F015974-D1CF-45DD-BD00-9C43D5081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89" y="2743200"/>
            <a:ext cx="3625222" cy="271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055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mixed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 baseline="-25000"/>
          </a:p>
          <a:p>
            <a:r>
              <a:rPr lang="en-US"/>
              <a:t>“RCBD”:		 	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A734F6-6B7E-452C-AC44-4B4DEA07687D}"/>
              </a:ext>
            </a:extLst>
          </p:cNvPr>
          <p:cNvCxnSpPr>
            <a:cxnSpLocks/>
          </p:cNvCxnSpPr>
          <p:nvPr/>
        </p:nvCxnSpPr>
        <p:spPr>
          <a:xfrm flipH="1">
            <a:off x="4419600" y="2819400"/>
            <a:ext cx="152400" cy="88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B83BB7-8CA8-47AB-9081-6E4ECF226D59}"/>
              </a:ext>
            </a:extLst>
          </p:cNvPr>
          <p:cNvSpPr txBox="1"/>
          <p:nvPr/>
        </p:nvSpPr>
        <p:spPr>
          <a:xfrm>
            <a:off x="3910486" y="370247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response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722B7B-F76F-4FBE-B5CE-4345F77D6124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5762013" y="2819400"/>
            <a:ext cx="105387" cy="1413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08AC1F-C435-49E2-9250-1E868B70D57B}"/>
              </a:ext>
            </a:extLst>
          </p:cNvPr>
          <p:cNvSpPr txBox="1"/>
          <p:nvPr/>
        </p:nvSpPr>
        <p:spPr>
          <a:xfrm>
            <a:off x="4032195" y="4233044"/>
            <a:ext cx="345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Predictor variable or fixed effects (</a:t>
            </a:r>
            <a:r>
              <a:rPr lang="en-US" err="1"/>
              <a:t>ie</a:t>
            </a:r>
            <a:r>
              <a:rPr lang="en-US"/>
              <a:t>. different intercepts for treatment means)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A15589-2242-45D8-AAE4-55E057B7304E}"/>
              </a:ext>
            </a:extLst>
          </p:cNvPr>
          <p:cNvCxnSpPr>
            <a:cxnSpLocks/>
          </p:cNvCxnSpPr>
          <p:nvPr/>
        </p:nvCxnSpPr>
        <p:spPr>
          <a:xfrm>
            <a:off x="6778236" y="2819400"/>
            <a:ext cx="509114" cy="90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B796EE-945F-4C35-8C1C-4D33AD840219}"/>
              </a:ext>
            </a:extLst>
          </p:cNvPr>
          <p:cNvSpPr txBox="1"/>
          <p:nvPr/>
        </p:nvSpPr>
        <p:spPr>
          <a:xfrm>
            <a:off x="6778236" y="3725507"/>
            <a:ext cx="472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Random effect (</a:t>
            </a:r>
            <a:r>
              <a:rPr lang="en-US" err="1"/>
              <a:t>ie</a:t>
            </a:r>
            <a:r>
              <a:rPr lang="en-US"/>
              <a:t>. random intercepts for blocks)</a:t>
            </a:r>
          </a:p>
        </p:txBody>
      </p:sp>
    </p:spTree>
    <p:extLst>
      <p:ext uri="{BB962C8B-B14F-4D97-AF65-F5344CB8AC3E}">
        <p14:creationId xmlns:p14="http://schemas.microsoft.com/office/powerpoint/2010/main" val="2416178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0483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0484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0485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6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1507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1508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Usually the factor(s) of interest in study (or covariates)</a:t>
            </a:r>
          </a:p>
          <a:p>
            <a:pPr eaLnBrk="1" hangingPunct="1"/>
            <a:r>
              <a:rPr lang="en-US"/>
              <a:t>Same anywhere you do it </a:t>
            </a:r>
          </a:p>
          <a:p>
            <a:pPr lvl="1" eaLnBrk="1" hangingPunct="1"/>
            <a:r>
              <a:rPr lang="en-US"/>
              <a:t>Values are meaningful and not exchangeable</a:t>
            </a:r>
          </a:p>
          <a:p>
            <a:pPr eaLnBrk="1" hangingPunct="1"/>
            <a:r>
              <a:rPr lang="en-US"/>
              <a:t>Represent all possible levels of a factor (of interest)</a:t>
            </a:r>
          </a:p>
          <a:p>
            <a:pPr lvl="1" eaLnBrk="1" hangingPunct="1"/>
            <a:r>
              <a:rPr lang="en-US"/>
              <a:t>Same for continuous variables</a:t>
            </a:r>
          </a:p>
          <a:p>
            <a:pPr eaLnBrk="1" hangingPunct="1"/>
            <a:r>
              <a:rPr lang="en-US" b="1"/>
              <a:t>Conclusions restricted to those levels</a:t>
            </a:r>
            <a:br>
              <a:rPr lang="en-US" b="1"/>
            </a:br>
            <a:r>
              <a:rPr lang="en-US" b="1"/>
              <a:t>(group effects)</a:t>
            </a:r>
          </a:p>
        </p:txBody>
      </p:sp>
      <p:sp>
        <p:nvSpPr>
          <p:cNvPr id="21509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1510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253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2532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Usually the factor(s) of interest in study (or covariates)</a:t>
            </a:r>
          </a:p>
          <a:p>
            <a:pPr eaLnBrk="1" hangingPunct="1"/>
            <a:r>
              <a:rPr lang="en-US"/>
              <a:t>Same anywhere you do it </a:t>
            </a:r>
          </a:p>
          <a:p>
            <a:pPr lvl="1" eaLnBrk="1" hangingPunct="1"/>
            <a:r>
              <a:rPr lang="en-US"/>
              <a:t>Values are meaningful and not exchangeable</a:t>
            </a:r>
          </a:p>
          <a:p>
            <a:pPr eaLnBrk="1" hangingPunct="1"/>
            <a:r>
              <a:rPr lang="en-US"/>
              <a:t>Represent all possible levels of a factor (of interest)</a:t>
            </a:r>
          </a:p>
          <a:p>
            <a:pPr lvl="1" eaLnBrk="1" hangingPunct="1"/>
            <a:r>
              <a:rPr lang="en-US"/>
              <a:t>Same for continuous variables</a:t>
            </a:r>
          </a:p>
          <a:p>
            <a:pPr eaLnBrk="1" hangingPunct="1"/>
            <a:r>
              <a:rPr lang="en-US" b="1"/>
              <a:t>Conclusions restricted to those levels (group effects)</a:t>
            </a:r>
          </a:p>
        </p:txBody>
      </p:sp>
      <p:sp>
        <p:nvSpPr>
          <p:cNvPr id="22533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2534" name="Content Placeholder 7"/>
          <p:cNvSpPr>
            <a:spLocks noGrp="1"/>
          </p:cNvSpPr>
          <p:nvPr>
            <p:ph sz="quarter" idx="4"/>
          </p:nvPr>
        </p:nvSpPr>
        <p:spPr>
          <a:xfrm>
            <a:off x="6169026" y="2174876"/>
            <a:ext cx="5386917" cy="4530724"/>
          </a:xfrm>
        </p:spPr>
        <p:txBody>
          <a:bodyPr/>
          <a:lstStyle/>
          <a:p>
            <a:pPr eaLnBrk="1" hangingPunct="1"/>
            <a:r>
              <a:rPr lang="en-US"/>
              <a:t>Usually not the focus of study</a:t>
            </a:r>
            <a:br>
              <a:rPr lang="en-US"/>
            </a:br>
            <a:endParaRPr lang="en-US"/>
          </a:p>
          <a:p>
            <a:pPr eaLnBrk="1" hangingPunct="1"/>
            <a:r>
              <a:rPr lang="en-US"/>
              <a:t>Levels (categories) could be exchanged/substituted (</a:t>
            </a:r>
            <a:r>
              <a:rPr lang="en-US" err="1"/>
              <a:t>eg.</a:t>
            </a:r>
            <a:r>
              <a:rPr lang="en-US"/>
              <a:t> Individuals or blocks) </a:t>
            </a:r>
          </a:p>
          <a:p>
            <a:pPr eaLnBrk="1" hangingPunct="1"/>
            <a:r>
              <a:rPr lang="en-US"/>
              <a:t>Represent a (random) sample of a larger set of levels</a:t>
            </a:r>
          </a:p>
          <a:p>
            <a:pPr eaLnBrk="1" hangingPunct="1"/>
            <a:r>
              <a:rPr lang="en-US" b="1"/>
              <a:t>Can extrapolate conclusions to the larger sample (population level)</a:t>
            </a:r>
          </a:p>
          <a:p>
            <a:pPr eaLnBrk="1" hangingPunct="1"/>
            <a:r>
              <a:rPr lang="en-US"/>
              <a:t>Different statistical properties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688F-1D97-4CB4-8732-2DFEA7FC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Random effects in experiments vs. observational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1992-2ED2-4A3F-8A61-49B99E16E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Much more control in experiments</a:t>
            </a:r>
          </a:p>
          <a:p>
            <a:r>
              <a:rPr lang="en-US"/>
              <a:t>Less control in observation surveys</a:t>
            </a:r>
          </a:p>
          <a:p>
            <a:pPr lvl="1"/>
            <a:r>
              <a:rPr lang="en-US"/>
              <a:t>Depends on data type/structure/</a:t>
            </a:r>
          </a:p>
          <a:p>
            <a:r>
              <a:rPr lang="en-US"/>
              <a:t>Pseudo-replication can be a problem in both </a:t>
            </a:r>
          </a:p>
        </p:txBody>
      </p:sp>
    </p:spTree>
    <p:extLst>
      <p:ext uri="{BB962C8B-B14F-4D97-AF65-F5344CB8AC3E}">
        <p14:creationId xmlns:p14="http://schemas.microsoft.com/office/powerpoint/2010/main" val="1801360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Blocks are formed so that treatments within blocks are as homogenous as possible</a:t>
            </a:r>
          </a:p>
          <a:p>
            <a:r>
              <a:rPr lang="en-US"/>
              <a:t>Treatments randomly assigned within blocks</a:t>
            </a:r>
          </a:p>
          <a:p>
            <a:r>
              <a:rPr lang="en-US"/>
              <a:t>Used to reduce variation among experimental units</a:t>
            </a:r>
          </a:p>
          <a:p>
            <a:pPr lvl="1"/>
            <a:r>
              <a:rPr lang="en-US"/>
              <a:t>Allows to account for variation from block-to-block</a:t>
            </a:r>
          </a:p>
          <a:p>
            <a:r>
              <a:rPr lang="en-US"/>
              <a:t>Ensures interspersion among treatments</a:t>
            </a:r>
          </a:p>
          <a:p>
            <a:r>
              <a:rPr lang="en-US"/>
              <a:t>Can account for pseudo-replication (when present)</a:t>
            </a:r>
          </a:p>
        </p:txBody>
      </p:sp>
    </p:spTree>
    <p:extLst>
      <p:ext uri="{BB962C8B-B14F-4D97-AF65-F5344CB8AC3E}">
        <p14:creationId xmlns:p14="http://schemas.microsoft.com/office/powerpoint/2010/main" val="13081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FDE42B-8345-4207-B191-58BF7EF7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of thumb about random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0C5675-7320-40E6-9A61-0B715C78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Sometimes it’s a judgement call of whether something should be fixed or random</a:t>
            </a:r>
          </a:p>
          <a:p>
            <a:r>
              <a:rPr lang="en-US"/>
              <a:t>Random effects should have at least 5 levels (and typically much more)</a:t>
            </a:r>
          </a:p>
          <a:p>
            <a:pPr lvl="1"/>
            <a:r>
              <a:rPr lang="en-US"/>
              <a:t>5+ blocks, 5+ populations, 5+ clutches</a:t>
            </a:r>
          </a:p>
          <a:p>
            <a:r>
              <a:rPr lang="en-US"/>
              <a:t>Each level of a random effect should have &gt;3 observations</a:t>
            </a:r>
          </a:p>
          <a:p>
            <a:pPr lvl="1"/>
            <a:r>
              <a:rPr lang="en-US"/>
              <a:t>For most levels</a:t>
            </a:r>
          </a:p>
          <a:p>
            <a:pPr lvl="1"/>
            <a:r>
              <a:rPr lang="en-US"/>
              <a:t>Ok if a few levels have only a few observations</a:t>
            </a:r>
          </a:p>
          <a:p>
            <a:pPr lvl="1"/>
            <a:r>
              <a:rPr lang="en-US" i="1"/>
              <a:t>Should be relatively balanced among levels</a:t>
            </a:r>
            <a:r>
              <a:rPr lang="en-US"/>
              <a:t> (but not perfectly)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E0E05-66D1-02F3-D3F1-41458FE06F3C}"/>
              </a:ext>
            </a:extLst>
          </p:cNvPr>
          <p:cNvSpPr txBox="1"/>
          <p:nvPr/>
        </p:nvSpPr>
        <p:spPr>
          <a:xfrm>
            <a:off x="609600" y="6340682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/>
              <a:t>Harrison et al. (2018), A brief introduction to mixed effects modelling and multi-model inference in ecology. </a:t>
            </a:r>
            <a:r>
              <a:rPr lang="en-US" sz="1400" b="0" i="0" u="none" strike="noStrike" baseline="0" err="1"/>
              <a:t>PeerJ</a:t>
            </a:r>
            <a:r>
              <a:rPr lang="en-US" sz="1400" b="0" i="0" u="none" strike="noStrike" baseline="0"/>
              <a:t> 6:e4794; DOI 10.7717/peerj.4794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644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Chambers or tanks</a:t>
            </a:r>
          </a:p>
        </p:txBody>
      </p:sp>
      <p:pic>
        <p:nvPicPr>
          <p:cNvPr id="1026" name="Picture 2" descr="Image result for climate chambers">
            <a:extLst>
              <a:ext uri="{FF2B5EF4-FFF2-40B4-BE49-F238E27FC236}">
                <a16:creationId xmlns:a16="http://schemas.microsoft.com/office/drawing/2014/main" id="{DE1736B7-CF7F-4375-91BE-947A5B65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0669"/>
            <a:ext cx="47244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climate chamber">
            <a:extLst>
              <a:ext uri="{FF2B5EF4-FFF2-40B4-BE49-F238E27FC236}">
                <a16:creationId xmlns:a16="http://schemas.microsoft.com/office/drawing/2014/main" id="{E8443082-16FB-4614-A2AD-77204320F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49" y="2438400"/>
            <a:ext cx="182816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climate chamber">
            <a:extLst>
              <a:ext uri="{FF2B5EF4-FFF2-40B4-BE49-F238E27FC236}">
                <a16:creationId xmlns:a16="http://schemas.microsoft.com/office/drawing/2014/main" id="{400792E4-E4C6-41DA-BD31-5218F5E7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663" y="2209800"/>
            <a:ext cx="2102337" cy="315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91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Fields</a:t>
            </a:r>
          </a:p>
        </p:txBody>
      </p:sp>
      <p:pic>
        <p:nvPicPr>
          <p:cNvPr id="4" name="Picture 2" descr="Root functional traits drive the overyielding in maize/legume intercropping  systems – Functional Ecology: Plain Language Summaries">
            <a:extLst>
              <a:ext uri="{FF2B5EF4-FFF2-40B4-BE49-F238E27FC236}">
                <a16:creationId xmlns:a16="http://schemas.microsoft.com/office/drawing/2014/main" id="{D4556662-46F7-F325-28A0-F0ED4204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254" y="2362200"/>
            <a:ext cx="6749492" cy="41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30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0AA1-929C-216D-4F69-25F0F923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A791-8855-E79C-8523-45919007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ECB6-4B4E-27EE-7E9D-7182A23EF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Farms</a:t>
            </a:r>
          </a:p>
        </p:txBody>
      </p:sp>
      <p:pic>
        <p:nvPicPr>
          <p:cNvPr id="2050" name="Picture 2" descr="258,800+ Overhead Farm Stock Photos, Pictures &amp; Royalty-Free Images -  iStock | Overhead farm house, Overhead farm field">
            <a:extLst>
              <a:ext uri="{FF2B5EF4-FFF2-40B4-BE49-F238E27FC236}">
                <a16:creationId xmlns:a16="http://schemas.microsoft.com/office/drawing/2014/main" id="{3B4257BD-05DE-9957-EADA-95CAFF40A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205226"/>
            <a:ext cx="7848600" cy="441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F143E4-4BFF-E0D2-F4D1-43F9D3B1A7D9}"/>
              </a:ext>
            </a:extLst>
          </p:cNvPr>
          <p:cNvSpPr/>
          <p:nvPr/>
        </p:nvSpPr>
        <p:spPr>
          <a:xfrm rot="19266103">
            <a:off x="6636355" y="5500828"/>
            <a:ext cx="14478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DDACE8-C5FD-2E5A-D161-47BA78FBAF2B}"/>
              </a:ext>
            </a:extLst>
          </p:cNvPr>
          <p:cNvSpPr/>
          <p:nvPr/>
        </p:nvSpPr>
        <p:spPr>
          <a:xfrm rot="778584">
            <a:off x="7492462" y="3489242"/>
            <a:ext cx="562817" cy="230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D3C1D4-9FB0-3C41-E78A-2B46B8CBEB9C}"/>
              </a:ext>
            </a:extLst>
          </p:cNvPr>
          <p:cNvSpPr/>
          <p:nvPr/>
        </p:nvSpPr>
        <p:spPr>
          <a:xfrm rot="20864672">
            <a:off x="2910273" y="3339469"/>
            <a:ext cx="522382" cy="1790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8BDDB1-B4E6-301A-A258-ADF15EA08FF6}"/>
              </a:ext>
            </a:extLst>
          </p:cNvPr>
          <p:cNvSpPr/>
          <p:nvPr/>
        </p:nvSpPr>
        <p:spPr>
          <a:xfrm rot="657112">
            <a:off x="5195143" y="2943879"/>
            <a:ext cx="278513" cy="160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08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Parent – siblings all similar to each other</a:t>
            </a:r>
          </a:p>
        </p:txBody>
      </p:sp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6826" y="5181601"/>
            <a:ext cx="813043" cy="813043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3635" y="4432725"/>
            <a:ext cx="813043" cy="813043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9869" y="5181601"/>
            <a:ext cx="813043" cy="813043"/>
          </a:xfrm>
          <a:prstGeom prst="rect">
            <a:avLst/>
          </a:prstGeom>
        </p:spPr>
      </p:pic>
      <p:pic>
        <p:nvPicPr>
          <p:cNvPr id="32" name="Graphic 31" descr="Butterfly">
            <a:extLst>
              <a:ext uri="{FF2B5EF4-FFF2-40B4-BE49-F238E27FC236}">
                <a16:creationId xmlns:a16="http://schemas.microsoft.com/office/drawing/2014/main" id="{29591819-3768-4EC8-8DB5-3B65C316F3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52955" y="2758198"/>
            <a:ext cx="914400" cy="9144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8A8F46-519E-4CAD-9655-991039A54070}"/>
              </a:ext>
            </a:extLst>
          </p:cNvPr>
          <p:cNvCxnSpPr>
            <a:stCxn id="32" idx="2"/>
          </p:cNvCxnSpPr>
          <p:nvPr/>
        </p:nvCxnSpPr>
        <p:spPr>
          <a:xfrm>
            <a:off x="2910155" y="3672598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6FDB89A-C5B6-4A8D-9D0D-F63552C33D65}"/>
              </a:ext>
            </a:extLst>
          </p:cNvPr>
          <p:cNvSpPr/>
          <p:nvPr/>
        </p:nvSpPr>
        <p:spPr>
          <a:xfrm>
            <a:off x="1981201" y="4343400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Caterpillar">
            <a:extLst>
              <a:ext uri="{FF2B5EF4-FFF2-40B4-BE49-F238E27FC236}">
                <a16:creationId xmlns:a16="http://schemas.microsoft.com/office/drawing/2014/main" id="{40D4324A-CBD7-45DF-B74D-AA82CCA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515" y="5166603"/>
            <a:ext cx="813043" cy="813043"/>
          </a:xfrm>
          <a:prstGeom prst="rect">
            <a:avLst/>
          </a:prstGeom>
        </p:spPr>
      </p:pic>
      <p:pic>
        <p:nvPicPr>
          <p:cNvPr id="48" name="Graphic 47" descr="Caterpillar">
            <a:extLst>
              <a:ext uri="{FF2B5EF4-FFF2-40B4-BE49-F238E27FC236}">
                <a16:creationId xmlns:a16="http://schemas.microsoft.com/office/drawing/2014/main" id="{DE8AA98B-B4B5-4173-B50C-3D9AED04E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4324" y="4417727"/>
            <a:ext cx="813043" cy="813043"/>
          </a:xfrm>
          <a:prstGeom prst="rect">
            <a:avLst/>
          </a:prstGeom>
        </p:spPr>
      </p:pic>
      <p:pic>
        <p:nvPicPr>
          <p:cNvPr id="49" name="Graphic 48" descr="Caterpillar">
            <a:extLst>
              <a:ext uri="{FF2B5EF4-FFF2-40B4-BE49-F238E27FC236}">
                <a16:creationId xmlns:a16="http://schemas.microsoft.com/office/drawing/2014/main" id="{0D676511-2C84-440E-B603-C7F93EF2F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0558" y="5166603"/>
            <a:ext cx="813043" cy="813043"/>
          </a:xfrm>
          <a:prstGeom prst="rect">
            <a:avLst/>
          </a:prstGeom>
        </p:spPr>
      </p:pic>
      <p:pic>
        <p:nvPicPr>
          <p:cNvPr id="50" name="Graphic 49" descr="Butterfly">
            <a:extLst>
              <a:ext uri="{FF2B5EF4-FFF2-40B4-BE49-F238E27FC236}">
                <a16:creationId xmlns:a16="http://schemas.microsoft.com/office/drawing/2014/main" id="{8DE42E68-F33C-4899-8B66-3961FBB7E2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3644" y="2743200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A9F27E-713E-4532-97A1-9712F65289C1}"/>
              </a:ext>
            </a:extLst>
          </p:cNvPr>
          <p:cNvCxnSpPr>
            <a:stCxn id="50" idx="2"/>
          </p:cNvCxnSpPr>
          <p:nvPr/>
        </p:nvCxnSpPr>
        <p:spPr>
          <a:xfrm>
            <a:off x="5090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E44F52D-DC62-4564-933A-7FAF6848E072}"/>
              </a:ext>
            </a:extLst>
          </p:cNvPr>
          <p:cNvSpPr/>
          <p:nvPr/>
        </p:nvSpPr>
        <p:spPr>
          <a:xfrm>
            <a:off x="4161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 descr="Caterpillar">
            <a:extLst>
              <a:ext uri="{FF2B5EF4-FFF2-40B4-BE49-F238E27FC236}">
                <a16:creationId xmlns:a16="http://schemas.microsoft.com/office/drawing/2014/main" id="{6C7B055B-1FA9-4CEE-8474-1231D80EC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915" y="5166603"/>
            <a:ext cx="813043" cy="813043"/>
          </a:xfrm>
          <a:prstGeom prst="rect">
            <a:avLst/>
          </a:prstGeom>
        </p:spPr>
      </p:pic>
      <p:pic>
        <p:nvPicPr>
          <p:cNvPr id="54" name="Graphic 53" descr="Caterpillar">
            <a:extLst>
              <a:ext uri="{FF2B5EF4-FFF2-40B4-BE49-F238E27FC236}">
                <a16:creationId xmlns:a16="http://schemas.microsoft.com/office/drawing/2014/main" id="{44BD4D98-899F-4F26-A823-0A47E4523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1724" y="4417727"/>
            <a:ext cx="813043" cy="813043"/>
          </a:xfrm>
          <a:prstGeom prst="rect">
            <a:avLst/>
          </a:prstGeom>
        </p:spPr>
      </p:pic>
      <p:pic>
        <p:nvPicPr>
          <p:cNvPr id="55" name="Graphic 54" descr="Caterpillar">
            <a:extLst>
              <a:ext uri="{FF2B5EF4-FFF2-40B4-BE49-F238E27FC236}">
                <a16:creationId xmlns:a16="http://schemas.microsoft.com/office/drawing/2014/main" id="{A6D50C09-1227-411A-82E9-9B303F430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7958" y="5166603"/>
            <a:ext cx="813043" cy="813043"/>
          </a:xfrm>
          <a:prstGeom prst="rect">
            <a:avLst/>
          </a:prstGeom>
        </p:spPr>
      </p:pic>
      <p:pic>
        <p:nvPicPr>
          <p:cNvPr id="56" name="Graphic 55" descr="Butterfly">
            <a:extLst>
              <a:ext uri="{FF2B5EF4-FFF2-40B4-BE49-F238E27FC236}">
                <a16:creationId xmlns:a16="http://schemas.microsoft.com/office/drawing/2014/main" id="{32DC27C7-505D-44AB-B524-08B4E44B71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1044" y="2743200"/>
            <a:ext cx="914400" cy="914400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6CC79B-FCFE-4135-BC15-9B479CF4236B}"/>
              </a:ext>
            </a:extLst>
          </p:cNvPr>
          <p:cNvCxnSpPr>
            <a:stCxn id="56" idx="2"/>
          </p:cNvCxnSpPr>
          <p:nvPr/>
        </p:nvCxnSpPr>
        <p:spPr>
          <a:xfrm>
            <a:off x="71482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5CD3700-0447-479F-8262-8990952D7794}"/>
              </a:ext>
            </a:extLst>
          </p:cNvPr>
          <p:cNvSpPr/>
          <p:nvPr/>
        </p:nvSpPr>
        <p:spPr>
          <a:xfrm>
            <a:off x="62192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Graphic 58" descr="Caterpillar">
            <a:extLst>
              <a:ext uri="{FF2B5EF4-FFF2-40B4-BE49-F238E27FC236}">
                <a16:creationId xmlns:a16="http://schemas.microsoft.com/office/drawing/2014/main" id="{35840BE9-0A50-4FC2-8841-92FE5D7F4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515" y="5166603"/>
            <a:ext cx="813043" cy="813043"/>
          </a:xfrm>
          <a:prstGeom prst="rect">
            <a:avLst/>
          </a:prstGeom>
        </p:spPr>
      </p:pic>
      <p:pic>
        <p:nvPicPr>
          <p:cNvPr id="60" name="Graphic 59" descr="Caterpillar">
            <a:extLst>
              <a:ext uri="{FF2B5EF4-FFF2-40B4-BE49-F238E27FC236}">
                <a16:creationId xmlns:a16="http://schemas.microsoft.com/office/drawing/2014/main" id="{3A5EA3A0-2F32-4943-B540-31430A81C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5324" y="4417727"/>
            <a:ext cx="813043" cy="813043"/>
          </a:xfrm>
          <a:prstGeom prst="rect">
            <a:avLst/>
          </a:prstGeom>
        </p:spPr>
      </p:pic>
      <p:pic>
        <p:nvPicPr>
          <p:cNvPr id="61" name="Graphic 60" descr="Caterpillar">
            <a:extLst>
              <a:ext uri="{FF2B5EF4-FFF2-40B4-BE49-F238E27FC236}">
                <a16:creationId xmlns:a16="http://schemas.microsoft.com/office/drawing/2014/main" id="{EEA2432B-9EED-4664-9A6C-FC833B33A9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1558" y="5166603"/>
            <a:ext cx="813043" cy="813043"/>
          </a:xfrm>
          <a:prstGeom prst="rect">
            <a:avLst/>
          </a:prstGeom>
        </p:spPr>
      </p:pic>
      <p:pic>
        <p:nvPicPr>
          <p:cNvPr id="62" name="Graphic 61" descr="Butterfly">
            <a:extLst>
              <a:ext uri="{FF2B5EF4-FFF2-40B4-BE49-F238E27FC236}">
                <a16:creationId xmlns:a16="http://schemas.microsoft.com/office/drawing/2014/main" id="{ED60057F-06CB-48E4-96B9-F0504B0D2A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4644" y="2743200"/>
            <a:ext cx="914400" cy="9144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F98D304-E007-4175-BFCB-049017920931}"/>
              </a:ext>
            </a:extLst>
          </p:cNvPr>
          <p:cNvCxnSpPr>
            <a:stCxn id="62" idx="2"/>
          </p:cNvCxnSpPr>
          <p:nvPr/>
        </p:nvCxnSpPr>
        <p:spPr>
          <a:xfrm>
            <a:off x="9281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91AE8C4-1DB5-49C2-96C4-B24F70D58A29}"/>
              </a:ext>
            </a:extLst>
          </p:cNvPr>
          <p:cNvSpPr/>
          <p:nvPr/>
        </p:nvSpPr>
        <p:spPr>
          <a:xfrm>
            <a:off x="8352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67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Individuals/subjects</a:t>
            </a:r>
          </a:p>
          <a:p>
            <a:r>
              <a:rPr lang="en-US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581401" y="28194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POST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1" name="Graphic 10" descr="Flower">
            <a:extLst>
              <a:ext uri="{FF2B5EF4-FFF2-40B4-BE49-F238E27FC236}">
                <a16:creationId xmlns:a16="http://schemas.microsoft.com/office/drawing/2014/main" id="{BC5FC859-A90D-45F7-ABF8-E7CE0A52B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188732"/>
            <a:ext cx="914400" cy="914400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3" y="3330302"/>
            <a:ext cx="813043" cy="81304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8" name="Graphic 17" descr="Flower">
            <a:extLst>
              <a:ext uri="{FF2B5EF4-FFF2-40B4-BE49-F238E27FC236}">
                <a16:creationId xmlns:a16="http://schemas.microsoft.com/office/drawing/2014/main" id="{9EC152EB-7954-4253-B67C-7EE962B5B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3986720"/>
            <a:ext cx="914400" cy="914400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3" y="4128290"/>
            <a:ext cx="813043" cy="81304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3" name="Graphic 22" descr="Flower">
            <a:extLst>
              <a:ext uri="{FF2B5EF4-FFF2-40B4-BE49-F238E27FC236}">
                <a16:creationId xmlns:a16="http://schemas.microsoft.com/office/drawing/2014/main" id="{DF0D147A-AE49-4D60-82DF-80CD99F9B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9665" y="4748720"/>
            <a:ext cx="914400" cy="914400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8" y="4890290"/>
            <a:ext cx="813043" cy="81304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8" name="Graphic 27" descr="Flower">
            <a:extLst>
              <a:ext uri="{FF2B5EF4-FFF2-40B4-BE49-F238E27FC236}">
                <a16:creationId xmlns:a16="http://schemas.microsoft.com/office/drawing/2014/main" id="{F0D17648-7DAF-4C99-BB55-131D33C0F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9665" y="5510720"/>
            <a:ext cx="914400" cy="914400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8" y="5652290"/>
            <a:ext cx="813043" cy="81304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9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Individuals/subjects</a:t>
            </a:r>
          </a:p>
          <a:p>
            <a:r>
              <a:rPr lang="en-US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477066" y="284422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3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2" y="3206037"/>
            <a:ext cx="937308" cy="93730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292" y="4004025"/>
            <a:ext cx="937308" cy="93730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7" y="4766025"/>
            <a:ext cx="937308" cy="937308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157" y="5528025"/>
            <a:ext cx="937308" cy="93730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Graphic 31" descr="Caterpillar">
            <a:extLst>
              <a:ext uri="{FF2B5EF4-FFF2-40B4-BE49-F238E27FC236}">
                <a16:creationId xmlns:a16="http://schemas.microsoft.com/office/drawing/2014/main" id="{DE440869-6800-46EB-BDF7-A4C889817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846" y="3406502"/>
            <a:ext cx="748511" cy="748511"/>
          </a:xfrm>
          <a:prstGeom prst="rect">
            <a:avLst/>
          </a:prstGeom>
        </p:spPr>
      </p:pic>
      <p:pic>
        <p:nvPicPr>
          <p:cNvPr id="33" name="Graphic 32" descr="Caterpillar">
            <a:extLst>
              <a:ext uri="{FF2B5EF4-FFF2-40B4-BE49-F238E27FC236}">
                <a16:creationId xmlns:a16="http://schemas.microsoft.com/office/drawing/2014/main" id="{3116962B-1686-40FE-9934-A338E4005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846" y="4204490"/>
            <a:ext cx="748511" cy="748511"/>
          </a:xfrm>
          <a:prstGeom prst="rect">
            <a:avLst/>
          </a:prstGeom>
        </p:spPr>
      </p:pic>
      <p:pic>
        <p:nvPicPr>
          <p:cNvPr id="34" name="Graphic 33" descr="Caterpillar">
            <a:extLst>
              <a:ext uri="{FF2B5EF4-FFF2-40B4-BE49-F238E27FC236}">
                <a16:creationId xmlns:a16="http://schemas.microsoft.com/office/drawing/2014/main" id="{87F30FBC-F21F-46CA-97B2-6308E2B6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711" y="4966490"/>
            <a:ext cx="748511" cy="748511"/>
          </a:xfrm>
          <a:prstGeom prst="rect">
            <a:avLst/>
          </a:prstGeom>
        </p:spPr>
      </p:pic>
      <p:pic>
        <p:nvPicPr>
          <p:cNvPr id="35" name="Graphic 34" descr="Caterpillar">
            <a:extLst>
              <a:ext uri="{FF2B5EF4-FFF2-40B4-BE49-F238E27FC236}">
                <a16:creationId xmlns:a16="http://schemas.microsoft.com/office/drawing/2014/main" id="{C4D59744-6690-4A8C-A268-9A73087D7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711" y="5728490"/>
            <a:ext cx="748511" cy="7485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E7680B4-12EA-4A49-9854-54C8C0342524}"/>
              </a:ext>
            </a:extLst>
          </p:cNvPr>
          <p:cNvSpPr txBox="1"/>
          <p:nvPr/>
        </p:nvSpPr>
        <p:spPr>
          <a:xfrm>
            <a:off x="5373197" y="283615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2</a:t>
            </a:r>
          </a:p>
        </p:txBody>
      </p:sp>
    </p:spTree>
    <p:extLst>
      <p:ext uri="{BB962C8B-B14F-4D97-AF65-F5344CB8AC3E}">
        <p14:creationId xmlns:p14="http://schemas.microsoft.com/office/powerpoint/2010/main" val="1424031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Quiz Time on Make a GIF">
            <a:extLst>
              <a:ext uri="{FF2B5EF4-FFF2-40B4-BE49-F238E27FC236}">
                <a16:creationId xmlns:a16="http://schemas.microsoft.com/office/drawing/2014/main" id="{47A4CC3A-BF66-EBBC-5AA9-D0C1B608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0541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4E28-DB87-60BF-0639-A3970D74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B62719-AC82-E7CB-45BA-228CDA50A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2824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BDFB-828F-8700-75F9-1097FECD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987-03A2-4509-A953-4ABE65B8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F059EC-5809-512E-9ED1-1B5A1C631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 and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72997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5B26B-FABA-9EFC-F341-FE711486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E9F1-BAE9-E4D2-E8C2-71496214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D74F8E-E10F-930A-A6B4-689A27FE1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24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C657-385A-A945-502F-65612C83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3BAA-B353-4FD1-E96C-375446AB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E494DF-5821-E15B-E307-654571BBC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42300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/>
              <a:t>Step 1. Construct a statistical model </a:t>
            </a:r>
            <a:br>
              <a:rPr lang="en-US"/>
            </a:br>
            <a:r>
              <a:rPr lang="en-US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Table of R functions for constructing linear models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0415"/>
              </p:ext>
            </p:extLst>
          </p:nvPr>
        </p:nvGraphicFramePr>
        <p:xfrm>
          <a:off x="876300" y="2133600"/>
          <a:ext cx="10439399" cy="4571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1219742">
                  <a:extLst>
                    <a:ext uri="{9D8B030D-6E8A-4147-A177-3AD203B41FA5}">
                      <a16:colId xmlns:a16="http://schemas.microsoft.com/office/drawing/2014/main" val="3996768631"/>
                    </a:ext>
                  </a:extLst>
                </a:gridCol>
                <a:gridCol w="2599881">
                  <a:extLst>
                    <a:ext uri="{9D8B030D-6E8A-4147-A177-3AD203B41FA5}">
                      <a16:colId xmlns:a16="http://schemas.microsoft.com/office/drawing/2014/main" val="2436342304"/>
                    </a:ext>
                  </a:extLst>
                </a:gridCol>
                <a:gridCol w="3323181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1924995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639447">
                <a:tc>
                  <a:txBody>
                    <a:bodyPr/>
                    <a:lstStyle/>
                    <a:p>
                      <a:r>
                        <a:rPr lang="en-US"/>
                        <a:t>R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SAS 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glm</a:t>
                      </a:r>
                      <a:endParaRPr lang="en-US"/>
                    </a:p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anova</a:t>
                      </a:r>
                      <a:endParaRPr lang="en-US"/>
                    </a:p>
                    <a:p>
                      <a:r>
                        <a:rPr lang="en-US"/>
                        <a:t>Proc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Regression, ANOVA, ANCOVA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glimmix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Generalized 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Poisson, Binomial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err="1"/>
                        <a:t>glmmTMB</a:t>
                      </a:r>
                      <a:r>
                        <a:rPr lang="en-US" b="1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Proc </a:t>
                      </a:r>
                      <a:r>
                        <a:rPr lang="en-US" err="1"/>
                        <a:t>glimmix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Any type of linear models, including generalized linear (mixed)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Poisson, Binomial, Gamma, and many 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86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7C54-0870-E093-4EC0-CAE7AEC2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720A-9DAD-B2BA-80B7-4C58F7BB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reak Time!!! - Happy Homer Meme Generator">
            <a:extLst>
              <a:ext uri="{FF2B5EF4-FFF2-40B4-BE49-F238E27FC236}">
                <a16:creationId xmlns:a16="http://schemas.microsoft.com/office/drawing/2014/main" id="{5C0047F7-428F-8B39-6D0D-8D8898DC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81927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563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2. Check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240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Response variable errors (</a:t>
            </a:r>
            <a:r>
              <a:rPr lang="en-US" b="1" err="1"/>
              <a:t>ie</a:t>
            </a:r>
            <a:r>
              <a:rPr lang="en-US" b="1"/>
              <a:t>. residuals) normally distributed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4FED7-4784-4E40-884B-08852215F277}"/>
              </a:ext>
            </a:extLst>
          </p:cNvPr>
          <p:cNvSpPr txBox="1"/>
          <p:nvPr/>
        </p:nvSpPr>
        <p:spPr>
          <a:xfrm>
            <a:off x="4098241" y="5954144"/>
            <a:ext cx="399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normally distributed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22408-8981-4A54-9EE7-FF3D146DE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4" y="2446754"/>
            <a:ext cx="4772025" cy="3343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A0B8D1-194D-45AD-94FB-C6CDB799E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446753"/>
            <a:ext cx="47720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8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 b="1"/>
              <a:t>Linearity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71800"/>
            <a:ext cx="3047619" cy="26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A72ACF-858D-45F2-B75F-B2C5F7BF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181" y="2971800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2560910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b="1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B6D255-CAB7-41D3-A054-C29BA7D65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981" y="2949496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387D4-98E3-415E-9979-F2910AD03CFF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100576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CD78E4-6415-441E-B165-8A50ED72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905000"/>
            <a:ext cx="3886200" cy="4074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b="1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550CE2-9141-4636-85A9-8E4D70D5B40C}"/>
              </a:ext>
            </a:extLst>
          </p:cNvPr>
          <p:cNvCxnSpPr>
            <a:cxnSpLocks/>
          </p:cNvCxnSpPr>
          <p:nvPr/>
        </p:nvCxnSpPr>
        <p:spPr>
          <a:xfrm flipV="1">
            <a:off x="8712820" y="2816317"/>
            <a:ext cx="2235319" cy="857156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49D945-A46C-46BC-A4F2-C52A5CA18F36}"/>
              </a:ext>
            </a:extLst>
          </p:cNvPr>
          <p:cNvCxnSpPr>
            <a:cxnSpLocks/>
          </p:cNvCxnSpPr>
          <p:nvPr/>
        </p:nvCxnSpPr>
        <p:spPr>
          <a:xfrm>
            <a:off x="8712820" y="3837080"/>
            <a:ext cx="2385520" cy="134452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162348-DD37-40BE-84C6-D8747119DDF5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088740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err="1"/>
              <a:t>Homoscedasiticy</a:t>
            </a:r>
            <a:endParaRPr lang="en-US"/>
          </a:p>
          <a:p>
            <a:r>
              <a:rPr lang="en-US" b="1"/>
              <a:t>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502" y="3645743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3963162" y="323234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7260908" y="3232346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Okay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8CD3-17D5-4D74-B2CF-DF321D3D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161" y="3645743"/>
            <a:ext cx="3047619" cy="2628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6C94D3-0639-4AA9-82B9-3C9CAFB53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81" y="3640167"/>
            <a:ext cx="3047619" cy="26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E5411-C2FE-4AB7-95A9-6C63EF621C42}"/>
              </a:ext>
            </a:extLst>
          </p:cNvPr>
          <p:cNvSpPr txBox="1"/>
          <p:nvPr/>
        </p:nvSpPr>
        <p:spPr>
          <a:xfrm>
            <a:off x="10682414" y="3178502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415451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0A84-2C5F-D37F-DF07-95C3F4E0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Often data (and residuals) </a:t>
            </a:r>
            <a:br>
              <a:rPr lang="en-US"/>
            </a:br>
            <a:r>
              <a:rPr lang="en-US"/>
              <a:t>are not normally 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5C78-6DB5-2987-0718-D61958FF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494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30A-21FE-472E-908C-6D5B4A73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353800" cy="1143000"/>
          </a:xfrm>
        </p:spPr>
        <p:txBody>
          <a:bodyPr>
            <a:normAutofit fontScale="90000"/>
          </a:bodyPr>
          <a:lstStyle/>
          <a:p>
            <a:r>
              <a:rPr lang="en-US"/>
              <a:t>Why might we need to use non-normal distributions?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C4F00-1FA8-49A3-81C6-66D81A8A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Linear models are </a:t>
            </a:r>
            <a:r>
              <a:rPr lang="en-US" i="1"/>
              <a:t>reasonably </a:t>
            </a:r>
            <a:r>
              <a:rPr lang="en-US"/>
              <a:t>robust to violations of the assumptions</a:t>
            </a:r>
          </a:p>
          <a:p>
            <a:r>
              <a:rPr lang="en-US"/>
              <a:t>Violations can affect 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Generalized models provide a better fit to the data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Reviewers and editors expect it</a:t>
            </a:r>
          </a:p>
        </p:txBody>
      </p:sp>
      <p:pic>
        <p:nvPicPr>
          <p:cNvPr id="1026" name="Picture 2" descr="Brace Yourselves Peer Review is Coming - Meme Generator">
            <a:extLst>
              <a:ext uri="{FF2B5EF4-FFF2-40B4-BE49-F238E27FC236}">
                <a16:creationId xmlns:a16="http://schemas.microsoft.com/office/drawing/2014/main" id="{65FFCDF7-3B99-4849-968C-2EB041D8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0"/>
            <a:ext cx="3802078" cy="21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0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69B9-EA33-8C08-C342-D2EC89F0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7E04-E014-D9BC-DC81-D6925227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4852178-7128-F881-F09F-2ED0C32FC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0"/>
          <a:stretch/>
        </p:blipFill>
        <p:spPr bwMode="auto">
          <a:xfrm>
            <a:off x="3962400" y="1574801"/>
            <a:ext cx="4829938" cy="49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3849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7EE9-438A-4908-93CA-D33C3286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“generalized”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BD45-2C41-4C08-9733-8BE695B5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Linear models that allow for more flexible error distributions</a:t>
            </a:r>
          </a:p>
          <a:p>
            <a:r>
              <a:rPr lang="en-US"/>
              <a:t>Parameters estimated via maximum likelihood (not least squares)</a:t>
            </a:r>
          </a:p>
          <a:p>
            <a:r>
              <a:rPr lang="en-US"/>
              <a:t>Model components</a:t>
            </a:r>
          </a:p>
          <a:p>
            <a:pPr lvl="1"/>
            <a:r>
              <a:rPr lang="en-US"/>
              <a:t>Linear predictor formula ( y ~ x )</a:t>
            </a:r>
          </a:p>
          <a:p>
            <a:pPr lvl="1"/>
            <a:r>
              <a:rPr lang="en-US"/>
              <a:t>Error distribution (usually exponential family)</a:t>
            </a:r>
          </a:p>
          <a:p>
            <a:pPr lvl="1"/>
            <a:r>
              <a:rPr lang="en-US"/>
              <a:t>Link function: links distribution to linear predictor formula</a:t>
            </a:r>
          </a:p>
          <a:p>
            <a:pPr lvl="2"/>
            <a:r>
              <a:rPr lang="en-US" err="1"/>
              <a:t>ie</a:t>
            </a:r>
            <a:r>
              <a:rPr lang="en-US"/>
              <a:t>. Transforms error distribution to linear</a:t>
            </a:r>
          </a:p>
          <a:p>
            <a:r>
              <a:rPr lang="en-US"/>
              <a:t>Generalized linear </a:t>
            </a:r>
            <a:r>
              <a:rPr lang="en-US" b="1"/>
              <a:t>mixed </a:t>
            </a:r>
            <a:r>
              <a:rPr lang="en-US"/>
              <a:t>model</a:t>
            </a:r>
          </a:p>
          <a:p>
            <a:pPr lvl="1"/>
            <a:r>
              <a:rPr lang="en-US"/>
              <a:t>Allows fixed and random effects</a:t>
            </a:r>
          </a:p>
        </p:txBody>
      </p:sp>
    </p:spTree>
    <p:extLst>
      <p:ext uri="{BB962C8B-B14F-4D97-AF65-F5344CB8AC3E}">
        <p14:creationId xmlns:p14="http://schemas.microsoft.com/office/powerpoint/2010/main" val="28636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F003-9322-43BD-95BC-3748B008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Generalized</a:t>
            </a:r>
            <a:r>
              <a:rPr lang="en-US"/>
              <a:t> linear </a:t>
            </a:r>
            <a:r>
              <a:rPr lang="en-US" b="1"/>
              <a:t>mixed</a:t>
            </a:r>
            <a:r>
              <a:rPr lang="en-US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D8FB-1513-4806-BDCE-2B90E34DF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Linear model: 		              	              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r>
              <a:rPr lang="en-US"/>
              <a:t>Linear mixed model:	 	              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/>
          </a:p>
          <a:p>
            <a:r>
              <a:rPr lang="en-US"/>
              <a:t>Generalized linear mixed model:      log(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)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/>
          </a:p>
          <a:p>
            <a:endParaRPr lang="en-US"/>
          </a:p>
          <a:p>
            <a:endParaRPr lang="en-US" baseline="-250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6344EF89-FBA0-4C27-4123-26ABAF803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50" y="3883025"/>
            <a:ext cx="7829550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Discrete probability distribution</a:t>
            </a:r>
          </a:p>
          <a:p>
            <a:pPr lvl="1"/>
            <a:r>
              <a:rPr lang="en-US" dirty="0"/>
              <a:t>Integers: number of events (per unit of time or space; </a:t>
            </a:r>
            <a:r>
              <a:rPr lang="en-US" dirty="0" err="1"/>
              <a:t>ie</a:t>
            </a:r>
            <a:r>
              <a:rPr lang="en-US" dirty="0"/>
              <a:t>. rate)</a:t>
            </a:r>
          </a:p>
          <a:p>
            <a:pPr lvl="1"/>
            <a:r>
              <a:rPr lang="en-US" dirty="0"/>
              <a:t>Events occur randomly</a:t>
            </a:r>
          </a:p>
          <a:p>
            <a:pPr lvl="1"/>
            <a:r>
              <a:rPr lang="en-US" dirty="0"/>
              <a:t>Events are independent 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l-GR" dirty="0"/>
              <a:t>λ</a:t>
            </a:r>
            <a:r>
              <a:rPr lang="en-US" dirty="0"/>
              <a:t> = mean = variance</a:t>
            </a:r>
          </a:p>
          <a:p>
            <a:pPr lvl="1"/>
            <a:r>
              <a:rPr lang="en-US" dirty="0"/>
              <a:t>Link function = log</a:t>
            </a:r>
          </a:p>
        </p:txBody>
      </p:sp>
    </p:spTree>
    <p:extLst>
      <p:ext uri="{BB962C8B-B14F-4D97-AF65-F5344CB8AC3E}">
        <p14:creationId xmlns:p14="http://schemas.microsoft.com/office/powerpoint/2010/main" val="224195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n-US" sz="3600" err="1"/>
              <a:t>y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658225" y="3450435"/>
            <a:ext cx="3510900" cy="2162441"/>
            <a:chOff x="4509367" y="3450435"/>
            <a:chExt cx="3510900" cy="21624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509367" y="4085798"/>
              <a:ext cx="14488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5233796" y="3450435"/>
              <a:ext cx="0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291824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151211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16058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0" grpId="0"/>
      <p:bldP spid="34" grpId="0" animBg="1"/>
      <p:bldP spid="3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479CB-E1EA-8E16-C084-474A8365DCED}"/>
              </a:ext>
            </a:extLst>
          </p:cNvPr>
          <p:cNvSpPr txBox="1"/>
          <p:nvPr/>
        </p:nvSpPr>
        <p:spPr>
          <a:xfrm>
            <a:off x="444230" y="2644135"/>
            <a:ext cx="30452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Link 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Relates x to log(y) </a:t>
            </a:r>
            <a:br>
              <a:rPr lang="en-US" sz="2400"/>
            </a:br>
            <a:r>
              <a:rPr lang="en-US" sz="2400"/>
              <a:t>on linear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Works on predicted </a:t>
            </a:r>
            <a:br>
              <a:rPr lang="en-US" sz="2400"/>
            </a:br>
            <a:r>
              <a:rPr lang="en-US" sz="2400"/>
              <a:t>values (</a:t>
            </a:r>
            <a:r>
              <a:rPr lang="en-US" sz="2400" err="1"/>
              <a:t>λ</a:t>
            </a:r>
            <a:r>
              <a:rPr lang="en-US" sz="2400" baseline="-25000" err="1"/>
              <a:t>i</a:t>
            </a:r>
            <a:r>
              <a:rPr lang="en-US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Doesn’t transform </a:t>
            </a:r>
            <a:br>
              <a:rPr lang="en-US" sz="2400"/>
            </a:br>
            <a:r>
              <a:rPr lang="en-US" sz="2400"/>
              <a:t>raw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C68F2-396B-AE1D-D4FF-5A412F5A36C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317034" y="2920150"/>
            <a:ext cx="2148551" cy="185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599106" y="3450435"/>
            <a:ext cx="3570019" cy="2513318"/>
            <a:chOff x="4450248" y="3450435"/>
            <a:chExt cx="3570019" cy="25133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450248" y="4085798"/>
              <a:ext cx="15670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  <a:p>
              <a:pPr algn="ctr"/>
              <a:r>
                <a:rPr lang="en-US" sz="2400"/>
                <a:t>(predicted)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5233796" y="3450435"/>
              <a:ext cx="1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642701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502088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6537111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4C5CC-0CCD-D47E-E5DE-CF8219DBDAB4}"/>
              </a:ext>
            </a:extLst>
          </p:cNvPr>
          <p:cNvSpPr/>
          <p:nvPr/>
        </p:nvSpPr>
        <p:spPr>
          <a:xfrm>
            <a:off x="4954500" y="4010609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 ~ </a:t>
            </a:r>
            <a:r>
              <a:rPr lang="en-US" sz="3600" i="1"/>
              <a:t>e</a:t>
            </a:r>
            <a:r>
              <a:rPr lang="el-GR" sz="3600" baseline="30000"/>
              <a:t>β</a:t>
            </a:r>
            <a:r>
              <a:rPr lang="en-US" sz="3600" baseline="15000"/>
              <a:t>0</a:t>
            </a:r>
            <a:r>
              <a:rPr lang="en-US" sz="3600" baseline="30000"/>
              <a:t> + </a:t>
            </a:r>
            <a:r>
              <a:rPr lang="el-GR" sz="3600" baseline="30000"/>
              <a:t>β</a:t>
            </a:r>
            <a:r>
              <a:rPr lang="en-US" sz="3600" baseline="15000"/>
              <a:t>1</a:t>
            </a:r>
            <a:r>
              <a:rPr lang="en-US" sz="3600" baseline="30000"/>
              <a:t>X</a:t>
            </a:r>
            <a:r>
              <a:rPr lang="en-US" sz="3600" baseline="1500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BD04-3C93-F394-0DFA-4F59392A09A6}"/>
              </a:ext>
            </a:extLst>
          </p:cNvPr>
          <p:cNvSpPr txBox="1"/>
          <p:nvPr/>
        </p:nvSpPr>
        <p:spPr>
          <a:xfrm>
            <a:off x="5838982" y="3147870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/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3A979-DB87-2CF4-5DC1-B4C969E87C67}"/>
              </a:ext>
            </a:extLst>
          </p:cNvPr>
          <p:cNvSpPr/>
          <p:nvPr/>
        </p:nvSpPr>
        <p:spPr>
          <a:xfrm>
            <a:off x="4465585" y="2527483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2020405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87C3D263-2383-4970-0BE5-C9BBC1B7E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7626"/>
            <a:ext cx="12192000" cy="406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B833D-7BA8-A232-048F-D61673770C6E}"/>
              </a:ext>
            </a:extLst>
          </p:cNvPr>
          <p:cNvSpPr txBox="1"/>
          <p:nvPr/>
        </p:nvSpPr>
        <p:spPr>
          <a:xfrm>
            <a:off x="4952794" y="3567054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log(</a:t>
            </a:r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) ~ 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B0EDB-A0E4-CF8A-E692-4C0A67D59754}"/>
              </a:ext>
            </a:extLst>
          </p:cNvPr>
          <p:cNvSpPr txBox="1"/>
          <p:nvPr/>
        </p:nvSpPr>
        <p:spPr>
          <a:xfrm>
            <a:off x="983970" y="3567146"/>
            <a:ext cx="3013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err="1"/>
              <a:t>yi</a:t>
            </a:r>
            <a:r>
              <a:rPr lang="en-US" sz="2200"/>
              <a:t> ~ -0.3 + 0.14*X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C98EB-9674-B8B0-35B2-2B81274FF4B4}"/>
              </a:ext>
            </a:extLst>
          </p:cNvPr>
          <p:cNvSpPr txBox="1"/>
          <p:nvPr/>
        </p:nvSpPr>
        <p:spPr>
          <a:xfrm>
            <a:off x="8906902" y="3616690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 ~ </a:t>
            </a:r>
            <a:r>
              <a:rPr lang="en-US" sz="2200" i="1"/>
              <a:t>e</a:t>
            </a:r>
            <a:r>
              <a:rPr lang="en-US" sz="2200"/>
              <a:t>(-0.94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r>
              <a:rPr lang="en-US" sz="220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C90F5-E0C1-1211-C0F7-A4D49DA137D9}"/>
              </a:ext>
            </a:extLst>
          </p:cNvPr>
          <p:cNvSpPr/>
          <p:nvPr/>
        </p:nvSpPr>
        <p:spPr>
          <a:xfrm>
            <a:off x="812285" y="5496339"/>
            <a:ext cx="343369" cy="3578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7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pic>
        <p:nvPicPr>
          <p:cNvPr id="6" name="Picture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CD2D030E-BFDA-F25B-ADDB-8447F520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91" y="3053993"/>
            <a:ext cx="10144018" cy="38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753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66161"/>
          <a:stretch/>
        </p:blipFill>
        <p:spPr>
          <a:xfrm>
            <a:off x="-1" y="4060370"/>
            <a:ext cx="4125687" cy="2797629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233E7-7E47-D644-3C32-F92558D33C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413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4528458" cy="279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32679"/>
          <a:stretch/>
        </p:blipFill>
        <p:spPr>
          <a:xfrm>
            <a:off x="0" y="4060371"/>
            <a:ext cx="8207829" cy="2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112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CCA35-B32E-6A5E-98E6-FC92AD66B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Binomial</a:t>
            </a:r>
          </a:p>
          <a:p>
            <a:r>
              <a:rPr lang="en-US" sz="2400"/>
              <a:t>Proportions</a:t>
            </a:r>
          </a:p>
          <a:p>
            <a:pPr lvl="1"/>
            <a:r>
              <a:rPr lang="en-US" sz="2000" b="1" u="sng"/>
              <a:t>Binary</a:t>
            </a:r>
            <a:r>
              <a:rPr lang="en-US" sz="2000"/>
              <a:t> or ratio 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Probability</a:t>
            </a:r>
          </a:p>
          <a:p>
            <a:pPr lvl="1"/>
            <a:r>
              <a:rPr lang="en-US" sz="2000"/>
              <a:t># trials</a:t>
            </a:r>
          </a:p>
          <a:p>
            <a:r>
              <a:rPr lang="en-US" sz="240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 sz="1600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836897-D33A-D0EC-3D07-065A90AB091C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Prob = 0.20</a:t>
            </a:r>
          </a:p>
        </p:txBody>
      </p:sp>
      <p:pic>
        <p:nvPicPr>
          <p:cNvPr id="11" name="Picture 10" descr="A graph with a bar graph&#10;&#10;AI-generated content may be incorrect.">
            <a:extLst>
              <a:ext uri="{FF2B5EF4-FFF2-40B4-BE49-F238E27FC236}">
                <a16:creationId xmlns:a16="http://schemas.microsoft.com/office/drawing/2014/main" id="{697475C1-9C9A-6897-CB8B-059E96294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852" y="4119120"/>
            <a:ext cx="4003007" cy="26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699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899B-A4FC-EBCA-14BA-03D64F94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646E1-F8B2-6E64-C0E3-B7D52159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75D69-FFE9-CBD1-A176-83B018CC7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BAFA52-1C60-6855-5D22-BD8502135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Binomial</a:t>
            </a:r>
          </a:p>
          <a:p>
            <a:r>
              <a:rPr lang="en-US" sz="2400"/>
              <a:t>Proportions</a:t>
            </a:r>
          </a:p>
          <a:p>
            <a:pPr lvl="1"/>
            <a:r>
              <a:rPr lang="en-US" sz="2000"/>
              <a:t>Binary or </a:t>
            </a:r>
            <a:r>
              <a:rPr lang="en-US" sz="2000" b="1" u="sng"/>
              <a:t>ratio</a:t>
            </a:r>
            <a:r>
              <a:rPr lang="en-US" sz="2000"/>
              <a:t> 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Probability</a:t>
            </a:r>
          </a:p>
          <a:p>
            <a:pPr lvl="1"/>
            <a:r>
              <a:rPr lang="en-US" sz="2000"/>
              <a:t># trials</a:t>
            </a:r>
          </a:p>
          <a:p>
            <a:r>
              <a:rPr lang="en-US" sz="240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214A42A-5CA5-7DF4-B099-507E4E89A19C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 sz="1600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A30F474E-020D-671F-1E88-9920B2705D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7A2DA7-22AE-EB9D-BB50-5A6BBC9111BB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Prob = 0.20</a:t>
            </a:r>
          </a:p>
        </p:txBody>
      </p:sp>
    </p:spTree>
    <p:extLst>
      <p:ext uri="{BB962C8B-B14F-4D97-AF65-F5344CB8AC3E}">
        <p14:creationId xmlns:p14="http://schemas.microsoft.com/office/powerpoint/2010/main" val="33948565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Negative binomial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7"/>
            <a:ext cx="10972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Discrete probability distribution</a:t>
            </a:r>
          </a:p>
          <a:p>
            <a:pPr lvl="1"/>
            <a:r>
              <a:rPr lang="en-US"/>
              <a:t>Integers: number of events </a:t>
            </a:r>
          </a:p>
          <a:p>
            <a:pPr lvl="1"/>
            <a:r>
              <a:rPr lang="en-US"/>
              <a:t>Events occur randomly (follow Poisson distribution)</a:t>
            </a:r>
          </a:p>
          <a:p>
            <a:pPr lvl="1"/>
            <a:r>
              <a:rPr lang="en-US"/>
              <a:t>Account for “extra” variation </a:t>
            </a:r>
            <a:br>
              <a:rPr lang="en-US"/>
            </a:br>
            <a:r>
              <a:rPr lang="en-US"/>
              <a:t>(beyond </a:t>
            </a:r>
            <a:r>
              <a:rPr lang="en-US" err="1"/>
              <a:t>poisson</a:t>
            </a:r>
            <a:r>
              <a:rPr lang="en-US"/>
              <a:t>)</a:t>
            </a:r>
          </a:p>
          <a:p>
            <a:r>
              <a:rPr lang="en-US"/>
              <a:t>Parameters</a:t>
            </a:r>
          </a:p>
          <a:p>
            <a:pPr lvl="1"/>
            <a:r>
              <a:rPr lang="el-GR"/>
              <a:t>μ</a:t>
            </a:r>
            <a:r>
              <a:rPr lang="en-US"/>
              <a:t> = mean</a:t>
            </a:r>
          </a:p>
          <a:p>
            <a:pPr lvl="1"/>
            <a:r>
              <a:rPr lang="el-GR"/>
              <a:t>φ</a:t>
            </a:r>
            <a:r>
              <a:rPr lang="en-US"/>
              <a:t> = overdispersion parameter </a:t>
            </a:r>
          </a:p>
          <a:p>
            <a:pPr lvl="2"/>
            <a:r>
              <a:rPr lang="en-US"/>
              <a:t>lower values are more overdispersion</a:t>
            </a:r>
          </a:p>
          <a:p>
            <a:pPr lvl="2"/>
            <a:r>
              <a:rPr lang="en-US"/>
              <a:t>higher values converge to Poisson</a:t>
            </a:r>
          </a:p>
          <a:p>
            <a:pPr lvl="1"/>
            <a:r>
              <a:rPr lang="en-US"/>
              <a:t>Var = </a:t>
            </a:r>
            <a:r>
              <a:rPr lang="el-GR"/>
              <a:t>μ</a:t>
            </a:r>
            <a:r>
              <a:rPr lang="en-US"/>
              <a:t> + </a:t>
            </a:r>
            <a:r>
              <a:rPr lang="el-GR"/>
              <a:t>μ</a:t>
            </a:r>
            <a:r>
              <a:rPr lang="en-US" baseline="30000"/>
              <a:t>2</a:t>
            </a:r>
            <a:r>
              <a:rPr lang="en-US"/>
              <a:t> / </a:t>
            </a:r>
            <a:r>
              <a:rPr lang="el-GR"/>
              <a:t>φ</a:t>
            </a:r>
            <a:endParaRPr lang="en-US"/>
          </a:p>
          <a:p>
            <a:pPr lvl="1"/>
            <a:r>
              <a:rPr lang="en-US"/>
              <a:t>Link function = log</a:t>
            </a:r>
          </a:p>
        </p:txBody>
      </p:sp>
      <p:pic>
        <p:nvPicPr>
          <p:cNvPr id="7" name="Picture 6" descr="A graph of a negative binomial distribution&#10;&#10;AI-generated content may be incorrect.">
            <a:extLst>
              <a:ext uri="{FF2B5EF4-FFF2-40B4-BE49-F238E27FC236}">
                <a16:creationId xmlns:a16="http://schemas.microsoft.com/office/drawing/2014/main" id="{D930846B-209E-5E4C-AE49-DC7AAD08E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47" y="2590800"/>
            <a:ext cx="5672853" cy="425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1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CA59-B601-4F7C-AE56-B0E6618D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types of distributions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9D4885-E716-4C0E-BAFF-36456922B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65074"/>
              </p:ext>
            </p:extLst>
          </p:nvPr>
        </p:nvGraphicFramePr>
        <p:xfrm>
          <a:off x="838202" y="1491517"/>
          <a:ext cx="10515598" cy="488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3000">
                  <a:extLst>
                    <a:ext uri="{9D8B030D-6E8A-4147-A177-3AD203B41FA5}">
                      <a16:colId xmlns:a16="http://schemas.microsoft.com/office/drawing/2014/main" val="649237723"/>
                    </a:ext>
                  </a:extLst>
                </a:gridCol>
                <a:gridCol w="5527723">
                  <a:extLst>
                    <a:ext uri="{9D8B030D-6E8A-4147-A177-3AD203B41FA5}">
                      <a16:colId xmlns:a16="http://schemas.microsoft.com/office/drawing/2014/main" val="252101083"/>
                    </a:ext>
                  </a:extLst>
                </a:gridCol>
                <a:gridCol w="1667915">
                  <a:extLst>
                    <a:ext uri="{9D8B030D-6E8A-4147-A177-3AD203B41FA5}">
                      <a16:colId xmlns:a16="http://schemas.microsoft.com/office/drawing/2014/main" val="922378452"/>
                    </a:ext>
                  </a:extLst>
                </a:gridCol>
                <a:gridCol w="1596960">
                  <a:extLst>
                    <a:ext uri="{9D8B030D-6E8A-4147-A177-3AD203B41FA5}">
                      <a16:colId xmlns:a16="http://schemas.microsoft.com/office/drawing/2014/main" val="211239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Overdisperion</a:t>
                      </a:r>
                      <a:r>
                        <a:rPr lang="en-US"/>
                        <a:t> parameter?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6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0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Log-normal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2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7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Negative 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6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Success/failure or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Logit, </a:t>
                      </a:r>
                      <a:r>
                        <a:rPr lang="en-US" err="1"/>
                        <a:t>cloglog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Beta-binomial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Success/failure,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Logit, </a:t>
                      </a:r>
                      <a:r>
                        <a:rPr lang="en-US" err="1"/>
                        <a:t>cloglog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35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Proportion (when the denominator is not known)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08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ordbeta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Proportion (when the denominator is not known), can have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continuous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Inverse,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0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ziGamma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continuous variable, can haze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38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18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B2B1-344E-60B1-EBF5-6B05065E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distribution best matches the data?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6D54A-19DD-0809-1436-151EF6D12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Description of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B4164-695B-C37A-4749-9C7B38D644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Concentrations of chemicals in the soil, most values are low (~0.1 ug/L) but some are high (5-10 ug/L)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Number of infected and uninfected aphids on plants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Percent damage on leaves caused by herbivore or pathogens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Number of thrips on a plants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7849C-4885-4D0B-CAD0-6F73D6979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535113"/>
            <a:ext cx="4572001" cy="639762"/>
          </a:xfrm>
        </p:spPr>
        <p:txBody>
          <a:bodyPr/>
          <a:lstStyle/>
          <a:p>
            <a:r>
              <a:rPr lang="en-US"/>
              <a:t>Distribution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7A5315-9318-0CEF-0C5E-176E1BA1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0400" y="2174875"/>
            <a:ext cx="4572001" cy="39512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/>
              <a:t>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Log-normal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Poisson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Negative 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Beta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349345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“Conventional” residuals don’t work well for non-normal data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94A7A53-2CFA-743D-7670-CDE90A3B4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982" y="2438400"/>
            <a:ext cx="6904036" cy="345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E330A-FD1A-3E87-CEDF-A4667AA00FD6}"/>
              </a:ext>
            </a:extLst>
          </p:cNvPr>
          <p:cNvSpPr txBox="1"/>
          <p:nvPr/>
        </p:nvSpPr>
        <p:spPr>
          <a:xfrm>
            <a:off x="2643982" y="5890418"/>
            <a:ext cx="7429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figure shows residuals fit for count data assuming a Poisson distribution. </a:t>
            </a:r>
            <a:br>
              <a:rPr lang="en-US"/>
            </a:br>
            <a:r>
              <a:rPr lang="en-US"/>
              <a:t>The model (not shown) fits the data well, although the residuals look wonky.</a:t>
            </a:r>
          </a:p>
        </p:txBody>
      </p:sp>
    </p:spTree>
    <p:extLst>
      <p:ext uri="{BB962C8B-B14F-4D97-AF65-F5344CB8AC3E}">
        <p14:creationId xmlns:p14="http://schemas.microsoft.com/office/powerpoint/2010/main" val="31824319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9851-5D0A-B079-1661-0571F9A8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305-27B6-8F1B-0784-E2B16848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CBD1-4BB4-0477-BDA0-E317E147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“Regular” residuals often don’t work well for non-normal data</a:t>
            </a:r>
          </a:p>
          <a:p>
            <a:r>
              <a:rPr lang="en-US"/>
              <a:t>Simulated residuals offer a great diagnostic tool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CA075-1BCA-EBE8-81B8-D80ADE4E2ED6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https://cran.r-project.org/web/packages/DHARMa/vignettes/DHARMa.html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BA547-95EC-3D68-F2E9-04BBA7040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828" t="7011" r="18879" b="72452"/>
          <a:stretch/>
        </p:blipFill>
        <p:spPr>
          <a:xfrm>
            <a:off x="3589381" y="3123753"/>
            <a:ext cx="5013237" cy="1777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2138F-FCD5-7BA2-64E4-3C85115C6BDD}"/>
              </a:ext>
            </a:extLst>
          </p:cNvPr>
          <p:cNvSpPr txBox="1"/>
          <p:nvPr/>
        </p:nvSpPr>
        <p:spPr>
          <a:xfrm>
            <a:off x="3042744" y="5295921"/>
            <a:ext cx="6106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err="1">
                <a:solidFill>
                  <a:srgbClr val="404040"/>
                </a:solidFill>
                <a:effectLst/>
                <a:latin typeface="Helvetica Neue"/>
              </a:rPr>
              <a:t>DHARMa</a:t>
            </a:r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 stands for “Diagnostics for </a:t>
            </a:r>
            <a:r>
              <a:rPr lang="en-US" b="0" i="0" err="1">
                <a:solidFill>
                  <a:srgbClr val="404040"/>
                </a:solidFill>
                <a:effectLst/>
                <a:latin typeface="Helvetica Neue"/>
              </a:rPr>
              <a:t>HierArchical</a:t>
            </a:r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 Regression Models”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854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B45C-52C1-1CDF-29C2-6CE85E2D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38F2-DF35-BD59-6DEA-801A0FE2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2D30-53A1-9400-4F00-3DB4F8B46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“Regular” residuals often don’t work well for non-normal data</a:t>
            </a:r>
          </a:p>
          <a:p>
            <a:r>
              <a:rPr lang="en-US"/>
              <a:t>Simulated residuals offer a great diagnostic tool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C2FB5-C124-7ED6-2A76-40922A7A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19248"/>
            <a:ext cx="6885714" cy="38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B19B7-8BD7-93B2-A087-3DE03A167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696557"/>
            <a:ext cx="5334000" cy="38243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D58D79-7C26-8268-4D29-C019952F9174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https://cran.r-project.org/web/packages/DHARMa/vignettes/DHARMa.html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500219-7EB4-5EA8-958C-27BBF48A26A3}"/>
              </a:ext>
            </a:extLst>
          </p:cNvPr>
          <p:cNvCxnSpPr>
            <a:cxnSpLocks/>
          </p:cNvCxnSpPr>
          <p:nvPr/>
        </p:nvCxnSpPr>
        <p:spPr>
          <a:xfrm>
            <a:off x="8001000" y="4419600"/>
            <a:ext cx="35052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2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FF79-8219-4223-B6E4-9C42E1C2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deviations of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2AE1-5076-4DCC-9247-D86CBB67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24399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Mis-specified model</a:t>
            </a:r>
          </a:p>
          <a:p>
            <a:pPr lvl="1"/>
            <a:r>
              <a:rPr lang="en-US"/>
              <a:t>Incorrect distribution (or potentially link function)</a:t>
            </a:r>
          </a:p>
          <a:p>
            <a:pPr lvl="1"/>
            <a:r>
              <a:rPr lang="en-US"/>
              <a:t>Missing fixed effect</a:t>
            </a:r>
          </a:p>
          <a:p>
            <a:pPr lvl="2"/>
            <a:r>
              <a:rPr lang="en-US"/>
              <a:t>Include additional covariates, if available</a:t>
            </a:r>
          </a:p>
          <a:p>
            <a:pPr lvl="2"/>
            <a:r>
              <a:rPr lang="en-US"/>
              <a:t>Check outliners in covariates or influential data points</a:t>
            </a:r>
          </a:p>
          <a:p>
            <a:pPr lvl="2"/>
            <a:r>
              <a:rPr lang="en-US"/>
              <a:t>Include quadratic term</a:t>
            </a:r>
          </a:p>
          <a:p>
            <a:pPr lvl="1"/>
            <a:r>
              <a:rPr lang="en-US"/>
              <a:t>Incorrect random-effect structure</a:t>
            </a:r>
          </a:p>
          <a:p>
            <a:pPr lvl="2"/>
            <a:r>
              <a:rPr lang="en-US"/>
              <a:t>Missing block or </a:t>
            </a:r>
            <a:r>
              <a:rPr lang="en-US" err="1"/>
              <a:t>nestedness</a:t>
            </a:r>
            <a:r>
              <a:rPr lang="en-US"/>
              <a:t>?</a:t>
            </a:r>
          </a:p>
          <a:p>
            <a:pPr lvl="2"/>
            <a:r>
              <a:rPr lang="en-US"/>
              <a:t>Incorrect order of nesting?</a:t>
            </a:r>
          </a:p>
          <a:p>
            <a:r>
              <a:rPr lang="en-US" b="1"/>
              <a:t>Overdispersion </a:t>
            </a:r>
            <a:r>
              <a:rPr lang="en-US"/>
              <a:t>(return to this later)</a:t>
            </a:r>
            <a:endParaRPr lang="en-US" b="1"/>
          </a:p>
          <a:p>
            <a:r>
              <a:rPr lang="en-US"/>
              <a:t>Zero-inflation</a:t>
            </a:r>
          </a:p>
        </p:txBody>
      </p:sp>
    </p:spTree>
    <p:extLst>
      <p:ext uri="{BB962C8B-B14F-4D97-AF65-F5344CB8AC3E}">
        <p14:creationId xmlns:p14="http://schemas.microsoft.com/office/powerpoint/2010/main" val="388105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2. Check model assumptions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A572-F5FE-6F8C-E7A9-B9CFC8D64FE0}"/>
              </a:ext>
            </a:extLst>
          </p:cNvPr>
          <p:cNvSpPr txBox="1"/>
          <p:nvPr/>
        </p:nvSpPr>
        <p:spPr>
          <a:xfrm>
            <a:off x="1786420" y="2710869"/>
            <a:ext cx="300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Bad residuals (overdispersion)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61B4-C53B-4B0B-C7A6-A974BC56CA73}"/>
              </a:ext>
            </a:extLst>
          </p:cNvPr>
          <p:cNvSpPr txBox="1"/>
          <p:nvPr/>
        </p:nvSpPr>
        <p:spPr>
          <a:xfrm>
            <a:off x="6747858" y="2617064"/>
            <a:ext cx="420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Bad residuals (wrong dist., overfitting, etc.)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53EE7B-61B2-FF2F-D35A-8AEC6E4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00" y="3030472"/>
            <a:ext cx="5046406" cy="302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754910-DDC0-C099-B4D2-6A01C4BC1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413" y="2986396"/>
            <a:ext cx="5418065" cy="319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0938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61E5-EE3D-4E3A-A67F-DEB2FB1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1533-CB43-41D2-874D-8647E30A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143238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More variation in the data than expected based on the distribution</a:t>
            </a:r>
          </a:p>
          <a:p>
            <a:r>
              <a:rPr lang="en-US"/>
              <a:t>Poisson: </a:t>
            </a:r>
            <a:r>
              <a:rPr lang="el-GR"/>
              <a:t>λ</a:t>
            </a:r>
            <a:r>
              <a:rPr lang="en-US"/>
              <a:t> = mean = variance</a:t>
            </a:r>
          </a:p>
          <a:p>
            <a:r>
              <a:rPr lang="en-US"/>
              <a:t>Most count data: variance &gt; mean</a:t>
            </a:r>
          </a:p>
          <a:p>
            <a:r>
              <a:rPr lang="en-US"/>
              <a:t>Check: </a:t>
            </a:r>
            <a:r>
              <a:rPr lang="el-GR"/>
              <a:t>φ</a:t>
            </a:r>
            <a:r>
              <a:rPr lang="en-US"/>
              <a:t> = </a:t>
            </a:r>
            <a:r>
              <a:rPr lang="el-GR"/>
              <a:t>Σ</a:t>
            </a:r>
            <a:r>
              <a:rPr lang="en-US"/>
              <a:t> Pearson Resid^2/</a:t>
            </a:r>
            <a:r>
              <a:rPr lang="en-US" err="1"/>
              <a:t>df</a:t>
            </a:r>
            <a:endParaRPr lang="en-US"/>
          </a:p>
          <a:p>
            <a:pPr lvl="1"/>
            <a:r>
              <a:rPr lang="en-US"/>
              <a:t>High values = more overdispersion</a:t>
            </a:r>
          </a:p>
          <a:p>
            <a:pPr lvl="1"/>
            <a:r>
              <a:rPr lang="en-US"/>
              <a:t>Alt: </a:t>
            </a:r>
            <a:r>
              <a:rPr lang="el-GR"/>
              <a:t>θ</a:t>
            </a:r>
            <a:r>
              <a:rPr lang="en-US"/>
              <a:t> = overdispersion parameter </a:t>
            </a:r>
          </a:p>
          <a:p>
            <a:pPr lvl="2"/>
            <a:r>
              <a:rPr lang="en-US"/>
              <a:t>lower values are more overdispersion</a:t>
            </a:r>
          </a:p>
          <a:p>
            <a:pPr lvl="2"/>
            <a:r>
              <a:rPr lang="en-US"/>
              <a:t>higher values converge to Poisson</a:t>
            </a:r>
          </a:p>
          <a:p>
            <a:r>
              <a:rPr lang="en-US"/>
              <a:t>Need to correct!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9E165-9B3B-4480-BB80-F58935BE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7" y="5645313"/>
            <a:ext cx="9545021" cy="1212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8A7E3-3E35-9D3E-5588-C8AC220DF64F}"/>
              </a:ext>
            </a:extLst>
          </p:cNvPr>
          <p:cNvSpPr txBox="1"/>
          <p:nvPr/>
        </p:nvSpPr>
        <p:spPr>
          <a:xfrm>
            <a:off x="10600228" y="6488668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Harrison 2014</a:t>
            </a:r>
          </a:p>
        </p:txBody>
      </p:sp>
    </p:spTree>
    <p:extLst>
      <p:ext uri="{BB962C8B-B14F-4D97-AF65-F5344CB8AC3E}">
        <p14:creationId xmlns:p14="http://schemas.microsoft.com/office/powerpoint/2010/main" val="251209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04F0-E44D-4BEE-8405-51EB6479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that generate overdispersion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1CFD-A4BA-48C6-87B1-BF23F5BA2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Missing co-variates or random effects</a:t>
            </a:r>
          </a:p>
          <a:p>
            <a:r>
              <a:rPr lang="en-US"/>
              <a:t>Sampling (counting) errors</a:t>
            </a:r>
          </a:p>
          <a:p>
            <a:r>
              <a:rPr lang="en-US"/>
              <a:t>Non-independent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b="1"/>
              <a:t>aggregated</a:t>
            </a:r>
            <a:r>
              <a:rPr lang="en-US"/>
              <a:t>) data</a:t>
            </a:r>
          </a:p>
          <a:p>
            <a:r>
              <a:rPr lang="en-US"/>
              <a:t>Environmental stochasticity</a:t>
            </a:r>
          </a:p>
          <a:p>
            <a:r>
              <a:rPr lang="en-US"/>
              <a:t>Many zeros (mixture of above, others, unknown)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ACD0F-F01B-659F-78FE-A5913340326D}"/>
              </a:ext>
            </a:extLst>
          </p:cNvPr>
          <p:cNvSpPr txBox="1"/>
          <p:nvPr/>
        </p:nvSpPr>
        <p:spPr>
          <a:xfrm>
            <a:off x="7016817" y="6018550"/>
            <a:ext cx="509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/>
              <a:t>Gelman and Hill 2007</a:t>
            </a:r>
          </a:p>
          <a:p>
            <a:pPr algn="r"/>
            <a:r>
              <a:rPr lang="en-US" sz="2400"/>
              <a:t>Linden and </a:t>
            </a:r>
            <a:r>
              <a:rPr lang="en-US" sz="2400" err="1"/>
              <a:t>Mantyniemi</a:t>
            </a:r>
            <a:r>
              <a:rPr lang="en-US" sz="2400"/>
              <a:t> 2011 Ecology </a:t>
            </a:r>
          </a:p>
        </p:txBody>
      </p:sp>
    </p:spTree>
    <p:extLst>
      <p:ext uri="{BB962C8B-B14F-4D97-AF65-F5344CB8AC3E}">
        <p14:creationId xmlns:p14="http://schemas.microsoft.com/office/powerpoint/2010/main" val="15354601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BF3B-01B2-4FA0-BE07-242E3AF3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consequences of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C09C9-E5E6-4E85-9068-8BC57C87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Confidence intervals too small</a:t>
            </a:r>
          </a:p>
          <a:p>
            <a:r>
              <a:rPr lang="en-US"/>
              <a:t>P-values too low, leading to Type I error</a:t>
            </a:r>
          </a:p>
          <a:p>
            <a:r>
              <a:rPr lang="en-US"/>
              <a:t>Biased parameter estimates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342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3. Check model parameters using </a:t>
            </a:r>
            <a:r>
              <a:rPr lang="en-US" b="1"/>
              <a:t>summary()</a:t>
            </a:r>
          </a:p>
          <a:p>
            <a:pPr lvl="1"/>
            <a:r>
              <a:rPr lang="en-US"/>
              <a:t>Most useful for random effects and sometimes continuous variables (regression)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03473"/>
              </p:ext>
            </p:extLst>
          </p:nvPr>
        </p:nvGraphicFramePr>
        <p:xfrm>
          <a:off x="1828800" y="3164786"/>
          <a:ext cx="853439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Helpful to look at for slopes from regressions. </a:t>
                      </a:r>
                      <a:br>
                        <a:rPr lang="en-US"/>
                      </a:br>
                      <a:r>
                        <a:rPr lang="en-US" b="1"/>
                        <a:t>Not that helpful for categorical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Also helpful is R-square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Helpful to look at for slopes from regressions. </a:t>
                      </a:r>
                      <a:br>
                        <a:rPr lang="en-US"/>
                      </a:br>
                      <a:r>
                        <a:rPr lang="en-US" b="1"/>
                        <a:t>Not that helpful for categorical variables. </a:t>
                      </a:r>
                      <a:br>
                        <a:rPr lang="en-US"/>
                      </a:br>
                      <a:r>
                        <a:rPr lang="en-US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Singularity (VC=0) can be an issue.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Helpful to look at for slopes from regressions. Remember slopes predict transformed (via link function) values. </a:t>
                      </a:r>
                    </a:p>
                    <a:p>
                      <a:r>
                        <a:rPr lang="en-US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Singularity (VC=0) can be an issue.</a:t>
                      </a:r>
                    </a:p>
                    <a:p>
                      <a:r>
                        <a:rPr lang="en-US"/>
                        <a:t>Output doesn’t provide </a:t>
                      </a:r>
                      <a:r>
                        <a:rPr lang="en-US" err="1"/>
                        <a:t>resid</a:t>
                      </a:r>
                      <a:r>
                        <a:rPr lang="en-US"/>
                        <a:t> deviance.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5170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/>
              <a:t>Step 3. Check random effects and model components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3. Check random effects using AIC or LRT </a:t>
            </a:r>
          </a:p>
          <a:p>
            <a:pPr lvl="1"/>
            <a:r>
              <a:rPr lang="en-US"/>
              <a:t>Not always necessary</a:t>
            </a:r>
          </a:p>
          <a:p>
            <a:pPr lvl="2"/>
            <a:r>
              <a:rPr lang="en-US"/>
              <a:t>Not all models have/need random effects and non-normal distributions</a:t>
            </a:r>
          </a:p>
          <a:p>
            <a:pPr lvl="1"/>
            <a:r>
              <a:rPr lang="en-US"/>
              <a:t>Can use summary() to look at random effect variance components</a:t>
            </a:r>
          </a:p>
          <a:p>
            <a:pPr lvl="2"/>
            <a:r>
              <a:rPr lang="en-US"/>
              <a:t>Singularity can be worth noting (very small VC is </a:t>
            </a:r>
            <a:r>
              <a:rPr lang="en-US" i="1"/>
              <a:t>almost</a:t>
            </a:r>
            <a:r>
              <a:rPr lang="en-US"/>
              <a:t> singular)</a:t>
            </a:r>
          </a:p>
          <a:p>
            <a:pPr marL="0" indent="0">
              <a:buNone/>
            </a:pPr>
            <a:r>
              <a:rPr lang="en-US" b="1"/>
              <a:t>Will demo this in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9735282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F4EC-75BA-5EAD-F82E-742DA393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D0CE-00C3-B6DA-897B-0286F18E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wight Schrute Teaches Us About Discrete Probability Distributions | by  Andrew Plummer | Towards Data Science">
            <a:extLst>
              <a:ext uri="{FF2B5EF4-FFF2-40B4-BE49-F238E27FC236}">
                <a16:creationId xmlns:a16="http://schemas.microsoft.com/office/drawing/2014/main" id="{1725489A-DB22-02EC-3C90-5AE7AD0C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204884"/>
            <a:ext cx="57340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92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4. Check significance of terms 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Where do p-values come from?</a:t>
            </a:r>
          </a:p>
          <a:p>
            <a:r>
              <a:rPr lang="en-US"/>
              <a:t>Estimate parameter values (i.e., slopes or intercepts)</a:t>
            </a:r>
          </a:p>
          <a:p>
            <a:r>
              <a:rPr lang="en-US"/>
              <a:t>Calculate a test-statistic</a:t>
            </a:r>
          </a:p>
          <a:p>
            <a:r>
              <a:rPr lang="en-US"/>
              <a:t>Use a distribution to find your p-value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Alternative method is AIC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1719285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4C0257-623D-DB2E-D76E-E50B185C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0EB5-F1BD-4322-E7AB-3ECE2A0F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4. Check significance of terms 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6F8B-57A8-7726-FB4A-FE792A66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4. Check significance of terms in model</a:t>
            </a:r>
          </a:p>
          <a:p>
            <a:pPr lvl="1"/>
            <a:r>
              <a:rPr lang="en-US"/>
              <a:t>Most useful for categorical variables</a:t>
            </a:r>
          </a:p>
          <a:p>
            <a:pPr lvl="1"/>
            <a:r>
              <a:rPr lang="en-US"/>
              <a:t>Optional (for if using AIC model selection)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CFF9847-3A16-47E5-4036-F62545513DE3}"/>
              </a:ext>
            </a:extLst>
          </p:cNvPr>
          <p:cNvGraphicFramePr>
            <a:graphicFrameLocks noGrp="1"/>
          </p:cNvGraphicFramePr>
          <p:nvPr/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ANOVA table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variance, </a:t>
                      </a:r>
                      <a:br>
                        <a:rPr lang="en-US"/>
                      </a:br>
                      <a:r>
                        <a:rPr lang="en-US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lmerTest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(model) – best option</a:t>
                      </a:r>
                      <a:br>
                        <a:rPr lang="en-US"/>
                      </a:br>
                      <a:r>
                        <a:rPr lang="en-US" i="1"/>
                        <a:t>Or </a:t>
                      </a:r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variance, </a:t>
                      </a:r>
                      <a:br>
                        <a:rPr lang="en-US"/>
                      </a:br>
                      <a:r>
                        <a:rPr lang="en-US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deviance,</a:t>
                      </a:r>
                    </a:p>
                    <a:p>
                      <a:r>
                        <a:rPr lang="en-US"/>
                        <a:t>Wald </a:t>
                      </a:r>
                      <a:r>
                        <a:rPr lang="el-GR"/>
                        <a:t>χ2</a:t>
                      </a:r>
                      <a:r>
                        <a:rPr lang="en-US" baseline="30000"/>
                        <a:t> </a:t>
                      </a:r>
                      <a:r>
                        <a:rPr lang="en-US" baseline="0"/>
                        <a:t>test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563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76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  <a:blipFill>
                <a:blip r:embed="rId3"/>
                <a:stretch>
                  <a:fillRect l="-1547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8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22F92-EC04-4CA5-8E90-703FAEC8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Least squares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slope; Fit represents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33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59FE32E-70C4-424F-88F3-93283D0E868D}"/>
              </a:ext>
            </a:extLst>
          </p:cNvPr>
          <p:cNvSpPr/>
          <p:nvPr/>
        </p:nvSpPr>
        <p:spPr>
          <a:xfrm>
            <a:off x="607767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2CBD7-533E-4056-8D54-688E36B049B1}"/>
              </a:ext>
            </a:extLst>
          </p:cNvPr>
          <p:cNvSpPr txBox="1"/>
          <p:nvPr/>
        </p:nvSpPr>
        <p:spPr>
          <a:xfrm>
            <a:off x="1848227" y="576058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CF006-1AB0-4564-B73A-627814CF6082}"/>
              </a:ext>
            </a:extLst>
          </p:cNvPr>
          <p:cNvSpPr txBox="1"/>
          <p:nvPr/>
        </p:nvSpPr>
        <p:spPr>
          <a:xfrm>
            <a:off x="240646" y="432480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5AABE2-796A-41E0-BBBC-EB8F80CE38EB}"/>
              </a:ext>
            </a:extLst>
          </p:cNvPr>
          <p:cNvSpPr/>
          <p:nvPr/>
        </p:nvSpPr>
        <p:spPr>
          <a:xfrm>
            <a:off x="1041147" y="526555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61597-2AB8-4A96-AACF-C3C7503DEB9D}"/>
              </a:ext>
            </a:extLst>
          </p:cNvPr>
          <p:cNvSpPr/>
          <p:nvPr/>
        </p:nvSpPr>
        <p:spPr>
          <a:xfrm>
            <a:off x="1637167" y="430203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3A60D1-1868-4494-B78B-BA4074E28964}"/>
              </a:ext>
            </a:extLst>
          </p:cNvPr>
          <p:cNvSpPr/>
          <p:nvPr/>
        </p:nvSpPr>
        <p:spPr>
          <a:xfrm>
            <a:off x="2803556" y="408696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20AF87-39DF-4F08-84BF-64E0E90F0EFB}"/>
              </a:ext>
            </a:extLst>
          </p:cNvPr>
          <p:cNvCxnSpPr>
            <a:cxnSpLocks/>
          </p:cNvCxnSpPr>
          <p:nvPr/>
        </p:nvCxnSpPr>
        <p:spPr>
          <a:xfrm>
            <a:off x="1092159" y="428502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52DF3-DCCC-4D84-B4A4-A2794963DB7C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2849122" y="4204656"/>
            <a:ext cx="14504" cy="8903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53191-0375-4E50-B800-08B752D67A70}"/>
              </a:ext>
            </a:extLst>
          </p:cNvPr>
          <p:cNvCxnSpPr>
            <a:cxnSpLocks/>
          </p:cNvCxnSpPr>
          <p:nvPr/>
        </p:nvCxnSpPr>
        <p:spPr>
          <a:xfrm>
            <a:off x="1693537" y="4431060"/>
            <a:ext cx="3699" cy="1383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9CD0EC-8965-4E81-BE62-9F5404B2DC2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101217" y="4285024"/>
            <a:ext cx="0" cy="9805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/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blipFill>
                <a:blip r:embed="rId3"/>
                <a:stretch>
                  <a:fillRect r="-28261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FD6868B-EA00-4148-98BF-7342C42EB28A}"/>
              </a:ext>
            </a:extLst>
          </p:cNvPr>
          <p:cNvSpPr/>
          <p:nvPr/>
        </p:nvSpPr>
        <p:spPr>
          <a:xfrm>
            <a:off x="4635729" y="3446239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5B9E9E-BE71-4EB9-8454-5E482DD4632F}"/>
              </a:ext>
            </a:extLst>
          </p:cNvPr>
          <p:cNvSpPr txBox="1"/>
          <p:nvPr/>
        </p:nvSpPr>
        <p:spPr>
          <a:xfrm>
            <a:off x="5876189" y="576058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F2632B-CE48-47A2-AA1B-249CABDE5BBB}"/>
              </a:ext>
            </a:extLst>
          </p:cNvPr>
          <p:cNvSpPr txBox="1"/>
          <p:nvPr/>
        </p:nvSpPr>
        <p:spPr>
          <a:xfrm>
            <a:off x="4268608" y="4324799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BBA6A8-A841-4395-8990-8590F6A86B9F}"/>
              </a:ext>
            </a:extLst>
          </p:cNvPr>
          <p:cNvSpPr/>
          <p:nvPr/>
        </p:nvSpPr>
        <p:spPr>
          <a:xfrm>
            <a:off x="5069109" y="52655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50CC54-7F27-4A2B-8072-0596062D740A}"/>
              </a:ext>
            </a:extLst>
          </p:cNvPr>
          <p:cNvSpPr/>
          <p:nvPr/>
        </p:nvSpPr>
        <p:spPr>
          <a:xfrm>
            <a:off x="5665129" y="43020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2EA829E-05B8-49C6-95AF-EE33688C1490}"/>
              </a:ext>
            </a:extLst>
          </p:cNvPr>
          <p:cNvSpPr/>
          <p:nvPr/>
        </p:nvSpPr>
        <p:spPr>
          <a:xfrm>
            <a:off x="6831518" y="408696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31DCCE-D0A8-42EB-ADAE-D2D25FE2762E}"/>
              </a:ext>
            </a:extLst>
          </p:cNvPr>
          <p:cNvCxnSpPr>
            <a:cxnSpLocks/>
          </p:cNvCxnSpPr>
          <p:nvPr/>
        </p:nvCxnSpPr>
        <p:spPr>
          <a:xfrm flipV="1">
            <a:off x="5069109" y="4586409"/>
            <a:ext cx="1882548" cy="17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66568F-13B5-4A72-9559-C11A03A5FDC3}"/>
              </a:ext>
            </a:extLst>
          </p:cNvPr>
          <p:cNvCxnSpPr>
            <a:stCxn id="32" idx="4"/>
          </p:cNvCxnSpPr>
          <p:nvPr/>
        </p:nvCxnSpPr>
        <p:spPr>
          <a:xfrm flipH="1">
            <a:off x="6891587" y="4204655"/>
            <a:ext cx="1" cy="3987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412D23-FF5C-4603-9FA8-61C9197488E4}"/>
              </a:ext>
            </a:extLst>
          </p:cNvPr>
          <p:cNvCxnSpPr>
            <a:cxnSpLocks/>
          </p:cNvCxnSpPr>
          <p:nvPr/>
        </p:nvCxnSpPr>
        <p:spPr>
          <a:xfrm flipH="1">
            <a:off x="5721497" y="4431059"/>
            <a:ext cx="2" cy="1638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25E0A2-7A26-447F-BEBA-A83663D35326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125299" y="4599950"/>
            <a:ext cx="3880" cy="6656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BA9613-F24D-42F6-9CDA-C155D5842EF7}"/>
              </a:ext>
            </a:extLst>
          </p:cNvPr>
          <p:cNvCxnSpPr>
            <a:cxnSpLocks/>
          </p:cNvCxnSpPr>
          <p:nvPr/>
        </p:nvCxnSpPr>
        <p:spPr>
          <a:xfrm>
            <a:off x="7646043" y="5094983"/>
            <a:ext cx="3880" cy="6656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2E9F40-698A-407D-BFB0-ECE0FA494418}"/>
              </a:ext>
            </a:extLst>
          </p:cNvPr>
          <p:cNvCxnSpPr>
            <a:cxnSpLocks/>
          </p:cNvCxnSpPr>
          <p:nvPr/>
        </p:nvCxnSpPr>
        <p:spPr>
          <a:xfrm flipH="1">
            <a:off x="7646043" y="4931131"/>
            <a:ext cx="2" cy="1638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F8ECB8-0D42-4A38-9830-6E1D74537105}"/>
              </a:ext>
            </a:extLst>
          </p:cNvPr>
          <p:cNvCxnSpPr/>
          <p:nvPr/>
        </p:nvCxnSpPr>
        <p:spPr>
          <a:xfrm flipH="1">
            <a:off x="7649923" y="4532373"/>
            <a:ext cx="1" cy="3987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/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blipFill>
                <a:blip r:embed="rId4"/>
                <a:stretch>
                  <a:fillRect r="-10559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09990D6F-4757-4922-95BE-B4A87846AE90}"/>
              </a:ext>
            </a:extLst>
          </p:cNvPr>
          <p:cNvSpPr/>
          <p:nvPr/>
        </p:nvSpPr>
        <p:spPr>
          <a:xfrm>
            <a:off x="8672201" y="3429234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DD77F4-A9AE-41C3-B949-0336484C4733}"/>
              </a:ext>
            </a:extLst>
          </p:cNvPr>
          <p:cNvSpPr txBox="1"/>
          <p:nvPr/>
        </p:nvSpPr>
        <p:spPr>
          <a:xfrm>
            <a:off x="9912661" y="574358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9BDBD-24D2-4919-93E6-5FDAF54FAA71}"/>
              </a:ext>
            </a:extLst>
          </p:cNvPr>
          <p:cNvSpPr txBox="1"/>
          <p:nvPr/>
        </p:nvSpPr>
        <p:spPr>
          <a:xfrm>
            <a:off x="8305080" y="4307794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83543EE-4D14-40B6-80DC-AD4FDBB728A0}"/>
              </a:ext>
            </a:extLst>
          </p:cNvPr>
          <p:cNvSpPr/>
          <p:nvPr/>
        </p:nvSpPr>
        <p:spPr>
          <a:xfrm>
            <a:off x="9105581" y="524855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52D4A03-0C23-4BD4-96A7-2CC99BA93E54}"/>
              </a:ext>
            </a:extLst>
          </p:cNvPr>
          <p:cNvSpPr/>
          <p:nvPr/>
        </p:nvSpPr>
        <p:spPr>
          <a:xfrm>
            <a:off x="9701601" y="4285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A9A37B-F0B4-4FA7-B93B-83657DB9A629}"/>
              </a:ext>
            </a:extLst>
          </p:cNvPr>
          <p:cNvSpPr/>
          <p:nvPr/>
        </p:nvSpPr>
        <p:spPr>
          <a:xfrm>
            <a:off x="10867990" y="40699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F5C610-CB15-402F-99C9-7CA86EB040A6}"/>
              </a:ext>
            </a:extLst>
          </p:cNvPr>
          <p:cNvCxnSpPr>
            <a:cxnSpLocks/>
          </p:cNvCxnSpPr>
          <p:nvPr/>
        </p:nvCxnSpPr>
        <p:spPr>
          <a:xfrm flipV="1">
            <a:off x="9105581" y="3937019"/>
            <a:ext cx="1818084" cy="12355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83C624-145C-4A27-B1BB-1BA93FC29969}"/>
              </a:ext>
            </a:extLst>
          </p:cNvPr>
          <p:cNvCxnSpPr>
            <a:cxnSpLocks/>
          </p:cNvCxnSpPr>
          <p:nvPr/>
        </p:nvCxnSpPr>
        <p:spPr>
          <a:xfrm>
            <a:off x="10923665" y="3937019"/>
            <a:ext cx="1" cy="1329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E3BC92-44A4-4416-8C3E-AFD832F92DD5}"/>
              </a:ext>
            </a:extLst>
          </p:cNvPr>
          <p:cNvCxnSpPr>
            <a:cxnSpLocks/>
          </p:cNvCxnSpPr>
          <p:nvPr/>
        </p:nvCxnSpPr>
        <p:spPr>
          <a:xfrm>
            <a:off x="9757971" y="4414054"/>
            <a:ext cx="0" cy="3176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A0D9E4-4CA8-4725-B578-75791B74849F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9165650" y="5116849"/>
            <a:ext cx="1" cy="1317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/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blipFill>
                <a:blip r:embed="rId5"/>
                <a:stretch>
                  <a:fillRect r="-10625" b="-65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3C881B6-B248-4A7B-B157-AD529D464ECF}"/>
              </a:ext>
            </a:extLst>
          </p:cNvPr>
          <p:cNvCxnSpPr>
            <a:cxnSpLocks/>
          </p:cNvCxnSpPr>
          <p:nvPr/>
        </p:nvCxnSpPr>
        <p:spPr>
          <a:xfrm>
            <a:off x="3507930" y="4780056"/>
            <a:ext cx="0" cy="9805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62EDAD-A0C9-4531-9C8D-19933A247342}"/>
              </a:ext>
            </a:extLst>
          </p:cNvPr>
          <p:cNvCxnSpPr>
            <a:cxnSpLocks/>
          </p:cNvCxnSpPr>
          <p:nvPr/>
        </p:nvCxnSpPr>
        <p:spPr>
          <a:xfrm flipH="1">
            <a:off x="3499363" y="3896601"/>
            <a:ext cx="14504" cy="890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52DF2D3-ED0E-4262-8E0E-87460B348009}"/>
              </a:ext>
            </a:extLst>
          </p:cNvPr>
          <p:cNvCxnSpPr>
            <a:cxnSpLocks/>
          </p:cNvCxnSpPr>
          <p:nvPr/>
        </p:nvCxnSpPr>
        <p:spPr>
          <a:xfrm>
            <a:off x="3515187" y="3769369"/>
            <a:ext cx="3699" cy="1383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F467D72-624B-4428-8BE5-989543116043}"/>
              </a:ext>
            </a:extLst>
          </p:cNvPr>
          <p:cNvCxnSpPr>
            <a:cxnSpLocks/>
          </p:cNvCxnSpPr>
          <p:nvPr/>
        </p:nvCxnSpPr>
        <p:spPr>
          <a:xfrm>
            <a:off x="11550532" y="5598300"/>
            <a:ext cx="1" cy="1317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204F496-10C2-4A65-A5A2-7FF79E6E5B83}"/>
              </a:ext>
            </a:extLst>
          </p:cNvPr>
          <p:cNvCxnSpPr>
            <a:cxnSpLocks/>
          </p:cNvCxnSpPr>
          <p:nvPr/>
        </p:nvCxnSpPr>
        <p:spPr>
          <a:xfrm>
            <a:off x="11550532" y="5280602"/>
            <a:ext cx="0" cy="3176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E50B4A8-89E4-468B-8E68-7B054D4DF634}"/>
              </a:ext>
            </a:extLst>
          </p:cNvPr>
          <p:cNvCxnSpPr>
            <a:cxnSpLocks/>
          </p:cNvCxnSpPr>
          <p:nvPr/>
        </p:nvCxnSpPr>
        <p:spPr>
          <a:xfrm>
            <a:off x="11550871" y="5147666"/>
            <a:ext cx="1" cy="1329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AAEA5D8-1F7A-4FF7-81F8-E20BD2A212BD}"/>
              </a:ext>
            </a:extLst>
          </p:cNvPr>
          <p:cNvSpPr txBox="1"/>
          <p:nvPr/>
        </p:nvSpPr>
        <p:spPr>
          <a:xfrm>
            <a:off x="1620147" y="35789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-1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509C28-806D-4E1D-91C1-D32EEFAF0D32}"/>
              </a:ext>
            </a:extLst>
          </p:cNvPr>
          <p:cNvSpPr txBox="1"/>
          <p:nvPr/>
        </p:nvSpPr>
        <p:spPr>
          <a:xfrm>
            <a:off x="5645738" y="349700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A42B27-E524-4806-92E9-D2B4EC47CFCA}"/>
              </a:ext>
            </a:extLst>
          </p:cNvPr>
          <p:cNvSpPr txBox="1"/>
          <p:nvPr/>
        </p:nvSpPr>
        <p:spPr>
          <a:xfrm>
            <a:off x="9654721" y="347535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67701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26" grpId="0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40" grpId="0"/>
      <p:bldP spid="41" grpId="0" animBg="1"/>
      <p:bldP spid="42" grpId="0"/>
      <p:bldP spid="43" grpId="0"/>
      <p:bldP spid="44" grpId="0" animBg="1"/>
      <p:bldP spid="45" grpId="0" animBg="1"/>
      <p:bldP spid="46" grpId="0" animBg="1"/>
      <p:bldP spid="54" grpId="0"/>
      <p:bldP spid="82" grpId="0"/>
      <p:bldP spid="83" grpId="0"/>
      <p:bldP spid="84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: How likely is </a:t>
                </a:r>
                <a:r>
                  <a:rPr lang="el-GR"/>
                  <a:t>β</a:t>
                </a:r>
                <a:r>
                  <a:rPr lang="en-US"/>
                  <a:t> given the observed data (y)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33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904362" y="426778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8F9553-C69C-4A92-A0DC-802C5AA90F0F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-1</a:t>
            </a:r>
          </a:p>
        </p:txBody>
      </p:sp>
    </p:spTree>
    <p:extLst>
      <p:ext uri="{BB962C8B-B14F-4D97-AF65-F5344CB8AC3E}">
        <p14:creationId xmlns:p14="http://schemas.microsoft.com/office/powerpoint/2010/main" val="100067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  <a:blipFill>
                <a:blip r:embed="rId2"/>
                <a:stretch>
                  <a:fillRect l="-128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853350" y="4721109"/>
            <a:ext cx="18825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6D5476-9078-424A-9B4B-A5AC0C8B6BAC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518259-2F67-4977-869F-4E4999A2F04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81ED2-BBE7-47E6-9EF0-73DDB30276AD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118770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  <a:blipFill>
                <a:blip r:embed="rId2"/>
                <a:stretch>
                  <a:fillRect l="-129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853350" y="3952026"/>
            <a:ext cx="1882548" cy="1208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4F76C6-2F58-4A4C-B94D-ED4F4AAC3F2E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A833DB-6BAA-4EAA-94E2-B244043DF18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DBAD9D-C04E-4221-A4FA-839DE529C553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6D277-DF1F-4081-8041-31BED124FE2E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19067437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  <a:blipFill>
                <a:blip r:embed="rId2"/>
                <a:stretch>
                  <a:fillRect l="-13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973489" y="3548958"/>
            <a:ext cx="1730969" cy="20564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F923B4-B687-46CA-B5A2-97AA21E82864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F1B1F-15C2-4D66-833C-71B10BAEAFF1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594BF0-BBF7-41A9-AC5E-4C7CA266B598}"/>
              </a:ext>
            </a:extLst>
          </p:cNvPr>
          <p:cNvSpPr/>
          <p:nvPr/>
        </p:nvSpPr>
        <p:spPr>
          <a:xfrm>
            <a:off x="9514582" y="449976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E82301-3812-409D-A682-6B3D39F0DEB6}"/>
              </a:ext>
            </a:extLst>
          </p:cNvPr>
          <p:cNvSpPr/>
          <p:nvPr/>
        </p:nvSpPr>
        <p:spPr>
          <a:xfrm>
            <a:off x="7369521" y="396262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56AE7-0FE3-45BA-96FB-A377BDDE6A93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40001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/>
                  <a:t>Can be generalized to any distribution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6BB5966-8250-4C0A-9519-0B2C2824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27" y="4264094"/>
            <a:ext cx="3612332" cy="2593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73F8BE-EDF5-4F02-8D70-82E244460F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491"/>
          <a:stretch/>
        </p:blipFill>
        <p:spPr>
          <a:xfrm>
            <a:off x="6096000" y="3985238"/>
            <a:ext cx="5479497" cy="2739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747655-4E54-489D-930B-5E4911F49621}"/>
              </a:ext>
            </a:extLst>
          </p:cNvPr>
          <p:cNvSpPr txBox="1"/>
          <p:nvPr/>
        </p:nvSpPr>
        <p:spPr>
          <a:xfrm>
            <a:off x="2312796" y="4311075"/>
            <a:ext cx="989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/>
              <a:t>β</a:t>
            </a:r>
            <a:r>
              <a:rPr lang="en-US" sz="20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255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3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4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ECB445-6EEF-4086-E088-DE3D3A289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4766501"/>
            <a:ext cx="2686872" cy="2016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C88BA5-6C6D-8372-1010-1E64E56B7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632" y="4766501"/>
            <a:ext cx="2686872" cy="20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1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77410F1-9D28-BDDC-7806-E6F34804851D}"/>
              </a:ext>
            </a:extLst>
          </p:cNvPr>
          <p:cNvGrpSpPr/>
          <p:nvPr/>
        </p:nvGrpSpPr>
        <p:grpSpPr>
          <a:xfrm>
            <a:off x="789174" y="5100047"/>
            <a:ext cx="3697493" cy="1454969"/>
            <a:chOff x="789174" y="5100047"/>
            <a:chExt cx="3697493" cy="1454969"/>
          </a:xfrm>
        </p:grpSpPr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E1F4B8E-7213-D205-9A29-3157421399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276" r="78132" b="25827"/>
            <a:stretch/>
          </p:blipFill>
          <p:spPr>
            <a:xfrm>
              <a:off x="789174" y="5100047"/>
              <a:ext cx="3697493" cy="1454969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8A87BD-DB6D-385B-788F-8C007CA804A0}"/>
                </a:ext>
              </a:extLst>
            </p:cNvPr>
            <p:cNvSpPr/>
            <p:nvPr/>
          </p:nvSpPr>
          <p:spPr>
            <a:xfrm>
              <a:off x="2762451" y="6169794"/>
              <a:ext cx="1540042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46FDCE6-AC26-5A69-D936-6830F3B9DF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64" r="66211" b="7451"/>
          <a:stretch/>
        </p:blipFill>
        <p:spPr>
          <a:xfrm>
            <a:off x="8046720" y="4994256"/>
            <a:ext cx="3625829" cy="18637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14:cNvPr>
              <p14:cNvContentPartPr/>
              <p14:nvPr/>
            </p14:nvContentPartPr>
            <p14:xfrm>
              <a:off x="1761840" y="5807160"/>
              <a:ext cx="2261160" cy="816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2480" y="5797800"/>
                <a:ext cx="2279880" cy="8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05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2E1F4B8E-7213-D205-9A29-3157421399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76" r="78132" b="25827"/>
          <a:stretch/>
        </p:blipFill>
        <p:spPr>
          <a:xfrm>
            <a:off x="789174" y="5100047"/>
            <a:ext cx="3697493" cy="1454969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64F2F1D6-59FC-EA9D-9017-76DDB33831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54" r="68342" b="6868"/>
          <a:stretch/>
        </p:blipFill>
        <p:spPr>
          <a:xfrm>
            <a:off x="7465624" y="5176837"/>
            <a:ext cx="4249695" cy="11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305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B4E21D-55AA-3F50-B238-11F1E54E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very simple example of calculating a likelihood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932112-AF63-12EF-4D68-53CD3D7A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Heads vs tails: Probability of getting a heads?</a:t>
            </a:r>
          </a:p>
          <a:p>
            <a:pPr lvl="1"/>
            <a:r>
              <a:rPr lang="en-US" i="1"/>
              <a:t>P </a:t>
            </a:r>
            <a:r>
              <a:rPr lang="en-US"/>
              <a:t>= 0.5</a:t>
            </a:r>
            <a:endParaRPr lang="en-US" i="1"/>
          </a:p>
          <a:p>
            <a:r>
              <a:rPr lang="en-US"/>
              <a:t>Two flips, probability of getting two heads?</a:t>
            </a:r>
          </a:p>
          <a:p>
            <a:pPr lvl="1"/>
            <a:r>
              <a:rPr lang="en-US" i="1"/>
              <a:t>P</a:t>
            </a:r>
            <a:r>
              <a:rPr lang="en-US"/>
              <a:t>(0.5) * </a:t>
            </a:r>
            <a:r>
              <a:rPr lang="en-US" i="1"/>
              <a:t>P</a:t>
            </a:r>
            <a:r>
              <a:rPr lang="en-US"/>
              <a:t>(0.5) = 0.25</a:t>
            </a:r>
            <a:endParaRPr lang="en-US" i="1"/>
          </a:p>
          <a:p>
            <a:r>
              <a:rPr lang="en-US"/>
              <a:t>What if we have an object with two sides (top, bottom) but we don’t know the probability of top vs bottom (probably not 50:50).</a:t>
            </a:r>
          </a:p>
          <a:p>
            <a:pPr lvl="1"/>
            <a:r>
              <a:rPr lang="en-US"/>
              <a:t>Toss object 10 times, we get 7 tops and 3 bottoms (</a:t>
            </a:r>
            <a:r>
              <a:rPr lang="en-US" err="1"/>
              <a:t>ie</a:t>
            </a:r>
            <a:r>
              <a:rPr lang="en-US"/>
              <a:t>. We collected data)</a:t>
            </a:r>
          </a:p>
          <a:p>
            <a:pPr lvl="1"/>
            <a:r>
              <a:rPr lang="en-US"/>
              <a:t>Log-likelihood: 7*log(p) + 3*log(1-p) = -6.1 when p=0.7</a:t>
            </a:r>
          </a:p>
          <a:p>
            <a:pPr lvl="1"/>
            <a:r>
              <a:rPr lang="en-US"/>
              <a:t>Maximum likelihood: iterative process to find the optimum (maximum)</a:t>
            </a:r>
          </a:p>
          <a:p>
            <a:pPr lvl="2"/>
            <a:r>
              <a:rPr lang="en-US"/>
              <a:t>Log-likelihood: 7*log</a:t>
            </a:r>
            <a:r>
              <a:rPr lang="en-US" b="1"/>
              <a:t>(.5)</a:t>
            </a:r>
            <a:r>
              <a:rPr lang="en-US"/>
              <a:t> + 3*log</a:t>
            </a:r>
            <a:r>
              <a:rPr lang="en-US" b="1"/>
              <a:t>(1-.5) </a:t>
            </a:r>
            <a:r>
              <a:rPr lang="en-US"/>
              <a:t>= -6.9</a:t>
            </a:r>
          </a:p>
          <a:p>
            <a:pPr lvl="2"/>
            <a:endParaRPr lang="en-US"/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0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4a. Model selection with AIC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564872"/>
              </p:ext>
            </p:extLst>
          </p:nvPr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7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6155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F7BA-FF7C-B4F8-A727-754F2176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7F79-96FC-643C-2673-6A1354A9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Worked example</a:t>
            </a:r>
          </a:p>
          <a:p>
            <a:r>
              <a:rPr lang="en-US"/>
              <a:t>Overview Steps 1-4</a:t>
            </a:r>
          </a:p>
          <a:p>
            <a:r>
              <a:rPr lang="en-US" b="1"/>
              <a:t>Step 5: Calculate group means</a:t>
            </a:r>
          </a:p>
          <a:p>
            <a:r>
              <a:rPr lang="en-US" b="1"/>
              <a:t>Step 6: Conduct contrasts</a:t>
            </a:r>
          </a:p>
          <a:p>
            <a:r>
              <a:rPr lang="en-US" b="1"/>
              <a:t>Step 7: Calculate R2</a:t>
            </a:r>
          </a:p>
          <a:p>
            <a:r>
              <a:rPr lang="en-US"/>
              <a:t>Step 8: Visualize data (if time permits)</a:t>
            </a:r>
          </a:p>
        </p:txBody>
      </p:sp>
    </p:spTree>
    <p:extLst>
      <p:ext uri="{BB962C8B-B14F-4D97-AF65-F5344CB8AC3E}">
        <p14:creationId xmlns:p14="http://schemas.microsoft.com/office/powerpoint/2010/main" val="19373596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591800" cy="45259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5. Estimate means and/or effect sizes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~Treatment)</a:t>
            </a:r>
          </a:p>
          <a:p>
            <a:pPr lvl="1"/>
            <a:r>
              <a:rPr lang="en-US"/>
              <a:t>Provides means and confidence intervals</a:t>
            </a:r>
          </a:p>
          <a:p>
            <a:pPr lvl="1"/>
            <a:r>
              <a:rPr lang="en-US"/>
              <a:t>For transformed response variables, either via link function (</a:t>
            </a:r>
            <a:r>
              <a:rPr lang="en-US" err="1"/>
              <a:t>glm</a:t>
            </a:r>
            <a:r>
              <a:rPr lang="en-US"/>
              <a:t>) or in model, you can back transform means</a:t>
            </a:r>
          </a:p>
          <a:p>
            <a:pPr lvl="2"/>
            <a:r>
              <a:rPr lang="en-US" err="1"/>
              <a:t>emmeans</a:t>
            </a:r>
            <a:r>
              <a:rPr lang="en-US"/>
              <a:t>(model, ~Treatment, type=“response”)</a:t>
            </a:r>
          </a:p>
          <a:p>
            <a:pPr lvl="2"/>
            <a:r>
              <a:rPr lang="en-US"/>
              <a:t>When </a:t>
            </a:r>
            <a:r>
              <a:rPr lang="en-US" err="1"/>
              <a:t>backtransforming</a:t>
            </a:r>
            <a:r>
              <a:rPr lang="en-US"/>
              <a:t> with multiple random effects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err="1"/>
              <a:t>glmer</a:t>
            </a:r>
            <a:r>
              <a:rPr lang="en-US"/>
              <a:t>), </a:t>
            </a:r>
            <a:br>
              <a:rPr lang="en-US"/>
            </a:br>
            <a:r>
              <a:rPr lang="en-US"/>
              <a:t>you may need to use </a:t>
            </a:r>
            <a:r>
              <a:rPr lang="en-US" err="1"/>
              <a:t>bias.adj</a:t>
            </a:r>
            <a:r>
              <a:rPr lang="en-US"/>
              <a:t>=T</a:t>
            </a:r>
          </a:p>
          <a:p>
            <a:pPr lvl="1"/>
            <a:r>
              <a:rPr lang="en-US" err="1"/>
              <a:t>emmtrends</a:t>
            </a:r>
            <a:r>
              <a:rPr lang="en-US"/>
              <a:t> for slopes</a:t>
            </a:r>
          </a:p>
        </p:txBody>
      </p:sp>
    </p:spTree>
    <p:extLst>
      <p:ext uri="{BB962C8B-B14F-4D97-AF65-F5344CB8AC3E}">
        <p14:creationId xmlns:p14="http://schemas.microsoft.com/office/powerpoint/2010/main" val="141158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6. Compare means using contrasts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</a:t>
            </a:r>
            <a:r>
              <a:rPr lang="en-US" err="1"/>
              <a:t>pairwise~Treatment</a:t>
            </a:r>
            <a:r>
              <a:rPr lang="en-US"/>
              <a:t>)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</a:t>
            </a:r>
            <a:r>
              <a:rPr lang="en-US" err="1"/>
              <a:t>pairwise~Treatment</a:t>
            </a:r>
            <a:r>
              <a:rPr lang="en-US"/>
              <a:t> | Slices)</a:t>
            </a:r>
          </a:p>
          <a:p>
            <a:pPr lvl="1"/>
            <a:endParaRPr lang="en-US"/>
          </a:p>
          <a:p>
            <a:pPr lvl="1"/>
            <a:r>
              <a:rPr lang="en-US" err="1"/>
              <a:t>emtrends</a:t>
            </a:r>
            <a:r>
              <a:rPr lang="en-US"/>
              <a:t>(model, ~Treatment, var=“</a:t>
            </a:r>
            <a:r>
              <a:rPr lang="en-US" err="1"/>
              <a:t>continuousvar</a:t>
            </a:r>
            <a:r>
              <a:rPr lang="en-US"/>
              <a:t>”)</a:t>
            </a:r>
          </a:p>
          <a:p>
            <a:pPr lvl="2"/>
            <a:r>
              <a:rPr lang="en-US"/>
              <a:t>For slopes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7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7. Calculate R2</a:t>
            </a:r>
          </a:p>
          <a:p>
            <a:pPr lvl="1"/>
            <a:r>
              <a:rPr lang="en-US"/>
              <a:t>R2 from performance</a:t>
            </a:r>
          </a:p>
          <a:p>
            <a:pPr lvl="1"/>
            <a:r>
              <a:rPr lang="en-US" err="1"/>
              <a:t>r.squaredGLMM</a:t>
            </a:r>
            <a:r>
              <a:rPr lang="en-US"/>
              <a:t> from </a:t>
            </a:r>
            <a:r>
              <a:rPr lang="en-US" err="1"/>
              <a:t>MuMIn</a:t>
            </a:r>
            <a:endParaRPr lang="en-US"/>
          </a:p>
          <a:p>
            <a:pPr lvl="1"/>
            <a:r>
              <a:rPr lang="en-US"/>
              <a:t>Note these use the same reference, but r2 values differ (not sure why, need to look into…)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268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8. Visualize data</a:t>
            </a:r>
          </a:p>
          <a:p>
            <a:pPr marL="0" indent="0">
              <a:buNone/>
            </a:pPr>
            <a:r>
              <a:rPr lang="en-US"/>
              <a:t>	- Helpful for checking that parameters line up with raw 		  plotted data, etc.</a:t>
            </a:r>
          </a:p>
        </p:txBody>
      </p:sp>
      <p:pic>
        <p:nvPicPr>
          <p:cNvPr id="4098" name="Picture 2" descr="Introduction to ggplot2 in R - Towards Data Science">
            <a:extLst>
              <a:ext uri="{FF2B5EF4-FFF2-40B4-BE49-F238E27FC236}">
                <a16:creationId xmlns:a16="http://schemas.microsoft.com/office/drawing/2014/main" id="{C955DF8E-5668-4BE7-8355-11411734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8" y="3234459"/>
            <a:ext cx="172402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Data Visualization? (Definition, Examples, Best Practices)">
            <a:extLst>
              <a:ext uri="{FF2B5EF4-FFF2-40B4-BE49-F238E27FC236}">
                <a16:creationId xmlns:a16="http://schemas.microsoft.com/office/drawing/2014/main" id="{50A08F72-5109-48B7-B12A-7BD4C0E5A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67933"/>
            <a:ext cx="2914626" cy="21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991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/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0314BC-97D4-48AB-A3FE-4D47ABB4B3D9}"/>
              </a:ext>
            </a:extLst>
          </p:cNvPr>
          <p:cNvSpPr/>
          <p:nvPr/>
        </p:nvSpPr>
        <p:spPr>
          <a:xfrm>
            <a:off x="3379808" y="2477505"/>
            <a:ext cx="3044141" cy="1886151"/>
          </a:xfrm>
          <a:custGeom>
            <a:avLst/>
            <a:gdLst>
              <a:gd name="connsiteX0" fmla="*/ 0 w 3044141"/>
              <a:gd name="connsiteY0" fmla="*/ 115224 h 1886151"/>
              <a:gd name="connsiteX1" fmla="*/ 1921397 w 3044141"/>
              <a:gd name="connsiteY1" fmla="*/ 149948 h 1886151"/>
              <a:gd name="connsiteX2" fmla="*/ 1990845 w 3044141"/>
              <a:gd name="connsiteY2" fmla="*/ 1585209 h 1886151"/>
              <a:gd name="connsiteX3" fmla="*/ 3044141 w 3044141"/>
              <a:gd name="connsiteY3" fmla="*/ 1886151 h 18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141" h="1886151">
                <a:moveTo>
                  <a:pt x="0" y="115224"/>
                </a:moveTo>
                <a:cubicBezTo>
                  <a:pt x="794795" y="10087"/>
                  <a:pt x="1589590" y="-95049"/>
                  <a:pt x="1921397" y="149948"/>
                </a:cubicBezTo>
                <a:cubicBezTo>
                  <a:pt x="2253204" y="394945"/>
                  <a:pt x="1803721" y="1295842"/>
                  <a:pt x="1990845" y="1585209"/>
                </a:cubicBezTo>
                <a:cubicBezTo>
                  <a:pt x="2177969" y="1874576"/>
                  <a:pt x="2611055" y="1880363"/>
                  <a:pt x="3044141" y="1886151"/>
                </a:cubicBezTo>
              </a:path>
            </a:pathLst>
          </a:custGeom>
          <a:noFill/>
          <a:ln w="444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essian matrix - Wikipedia">
            <a:extLst>
              <a:ext uri="{FF2B5EF4-FFF2-40B4-BE49-F238E27FC236}">
                <a16:creationId xmlns:a16="http://schemas.microsoft.com/office/drawing/2014/main" id="{840E5FA4-7927-4907-8C07-9460BD27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74" y="3237380"/>
            <a:ext cx="3225742" cy="222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06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 </a:t>
            </a:r>
          </a:p>
          <a:p>
            <a:pPr lvl="1"/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72651" y="40011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44000" y="396240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14:cNvPr>
              <p14:cNvContentPartPr/>
              <p14:nvPr/>
            </p14:nvContentPartPr>
            <p14:xfrm>
              <a:off x="7627675" y="4015144"/>
              <a:ext cx="2105640" cy="72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9675" y="3997144"/>
                <a:ext cx="214128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18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pPr lvl="1"/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 i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17680" y="4120327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16795" y="434846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14:cNvPr>
              <p14:cNvContentPartPr/>
              <p14:nvPr/>
            </p14:nvContentPartPr>
            <p14:xfrm>
              <a:off x="7673395" y="4050784"/>
              <a:ext cx="7200" cy="4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4448" y="4032784"/>
                <a:ext cx="44716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667CC6B-BA77-470D-A2D9-007EE2872B6A}"/>
              </a:ext>
            </a:extLst>
          </p:cNvPr>
          <p:cNvGrpSpPr/>
          <p:nvPr/>
        </p:nvGrpSpPr>
        <p:grpSpPr>
          <a:xfrm>
            <a:off x="7650355" y="4038544"/>
            <a:ext cx="2268000" cy="325440"/>
            <a:chOff x="7650355" y="4038544"/>
            <a:chExt cx="22680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14:cNvPr>
                <p14:cNvContentPartPr/>
                <p14:nvPr/>
              </p14:nvContentPartPr>
              <p14:xfrm>
                <a:off x="7650355" y="4050784"/>
                <a:ext cx="2093760" cy="31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32355" y="4032784"/>
                  <a:ext cx="2129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14:cNvPr>
                <p14:cNvContentPartPr/>
                <p14:nvPr/>
              </p14:nvContentPartPr>
              <p14:xfrm>
                <a:off x="9710995" y="4038544"/>
                <a:ext cx="207360" cy="70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92964" y="4020544"/>
                  <a:ext cx="243062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14:cNvPr>
              <p14:cNvContentPartPr/>
              <p14:nvPr/>
            </p14:nvContentPartPr>
            <p14:xfrm>
              <a:off x="7212595" y="4016224"/>
              <a:ext cx="380520" cy="23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4612" y="3998224"/>
                <a:ext cx="416126" cy="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44951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Model convergence problem; non-positive-definite Hessian matrix; NA values for likelihood/AIC/etc.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model is overparameterized (i.e. the data does not contain enough information to estimate the parameters reliably)</a:t>
            </a:r>
          </a:p>
          <a:p>
            <a:pPr lvl="2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 </a:t>
            </a:r>
            <a:r>
              <a:rPr lang="en-US">
                <a:solidFill>
                  <a:srgbClr val="000000"/>
                </a:solidFill>
                <a:latin typeface="Open Sans" panose="020B0606030504020204" pitchFamily="34" charset="0"/>
              </a:rPr>
              <a:t>problematic covariate (skewed, outliers, etc.)</a:t>
            </a:r>
            <a:endParaRPr lang="en-US" b="0" i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random-effect variance is estimated to be zero, or random-effect terms are estimated to be perfectly correlated ("singular fit": often caused by having too few levels of the random-effect grouping variable)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zero-inflation is estimated to be near zero (a strongly negative zero-inflation parameter)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dispersion is estimated to be near zero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 </a:t>
            </a:r>
            <a:r>
              <a:rPr lang="en-US" b="0" i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complete separation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occurs in a binomial model: some categories in the model contain proportions that are either all 0 or all 1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</p:spTree>
    <p:extLst>
      <p:ext uri="{BB962C8B-B14F-4D97-AF65-F5344CB8AC3E}">
        <p14:creationId xmlns:p14="http://schemas.microsoft.com/office/powerpoint/2010/main" val="405190411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70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752C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9" name="Picture 72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50" name="Freeform: Shape 74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One Does Not Simply Meme - Imgflip">
            <a:extLst>
              <a:ext uri="{FF2B5EF4-FFF2-40B4-BE49-F238E27FC236}">
                <a16:creationId xmlns:a16="http://schemas.microsoft.com/office/drawing/2014/main" id="{E94BBA6D-E923-46EA-9682-D2CFC7FA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6181" y="1842034"/>
            <a:ext cx="5462546" cy="321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28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7C9211-140C-48D2-BD81-369CDD5D6660}">
  <we:reference id="4b785c87-866c-4bad-85d8-5d1ae467ac9a" version="3.18.2.0" store="EXCatalog" storeType="EXCatalog"/>
  <we:alternateReferences>
    <we:reference id="WA104381909" version="3.18.2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662F4572198A44A6FA87AF94512E6B" ma:contentTypeVersion="10" ma:contentTypeDescription="Create a new document." ma:contentTypeScope="" ma:versionID="cbb8550a02cf10044d4b7b73effccd08">
  <xsd:schema xmlns:xsd="http://www.w3.org/2001/XMLSchema" xmlns:xs="http://www.w3.org/2001/XMLSchema" xmlns:p="http://schemas.microsoft.com/office/2006/metadata/properties" xmlns:ns3="ecba6461-6edb-4dfc-a4a9-c55c7abafea5" targetNamespace="http://schemas.microsoft.com/office/2006/metadata/properties" ma:root="true" ma:fieldsID="fac8f7e799f88ffcf1e4cd30b9eb0f15" ns3:_="">
    <xsd:import namespace="ecba6461-6edb-4dfc-a4a9-c55c7abafe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a6461-6edb-4dfc-a4a9-c55c7abafe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A5B9CC-CA94-426F-BF36-7E7E0F645D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AA91A5-EF58-4994-85DF-A45D597CB6F3}">
  <ds:schemaRefs>
    <ds:schemaRef ds:uri="ecba6461-6edb-4dfc-a4a9-c55c7abafe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C4000-8AED-4D45-82A0-29BFA1C623C8}">
  <ds:schemaRefs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ecba6461-6edb-4dfc-a4a9-c55c7abafea5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5172</Words>
  <Application>Microsoft Office PowerPoint</Application>
  <PresentationFormat>Widescreen</PresentationFormat>
  <Paragraphs>888</Paragraphs>
  <Slides>109</Slides>
  <Notes>14</Notes>
  <HiddenSlides>21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8" baseType="lpstr">
      <vt:lpstr>-apple-system</vt:lpstr>
      <vt:lpstr>Aptos</vt:lpstr>
      <vt:lpstr>Arial</vt:lpstr>
      <vt:lpstr>Calibri</vt:lpstr>
      <vt:lpstr>Cambria Math</vt:lpstr>
      <vt:lpstr>Helvetica Neue</vt:lpstr>
      <vt:lpstr>Open Sans</vt:lpstr>
      <vt:lpstr>Symbol</vt:lpstr>
      <vt:lpstr>Office Theme</vt:lpstr>
      <vt:lpstr>FES Stats Workshop  Overview of Stats process</vt:lpstr>
      <vt:lpstr>Outline for today</vt:lpstr>
      <vt:lpstr>ALS6502C Course Manual</vt:lpstr>
      <vt:lpstr>PowerPoint Presentation</vt:lpstr>
      <vt:lpstr>PowerPoint Presentation</vt:lpstr>
      <vt:lpstr>PowerPoint Presentation</vt:lpstr>
      <vt:lpstr>PowerPoint Presentation</vt:lpstr>
      <vt:lpstr>What is a probability distribution?</vt:lpstr>
      <vt:lpstr>What is a probability distribution?</vt:lpstr>
      <vt:lpstr>What is a mean?</vt:lpstr>
      <vt:lpstr>What is a mean?</vt:lpstr>
      <vt:lpstr>What is a standard deviation?</vt:lpstr>
      <vt:lpstr>What is a standard deviation?</vt:lpstr>
      <vt:lpstr>What is a standard error?</vt:lpstr>
      <vt:lpstr>What is a standard error?</vt:lpstr>
      <vt:lpstr>Questions ???</vt:lpstr>
      <vt:lpstr>What is a probability distribution?</vt:lpstr>
      <vt:lpstr>What is a probability distribution?</vt:lpstr>
      <vt:lpstr>What processes generate data?</vt:lpstr>
      <vt:lpstr>What processes generate data?</vt:lpstr>
      <vt:lpstr>Steps for constructing and interpreting a GLMM</vt:lpstr>
      <vt:lpstr>PowerPoint Presentation</vt:lpstr>
      <vt:lpstr>Step 0: Data exploration </vt:lpstr>
      <vt:lpstr>Step 1. Construct a statistical model to test your hypothesis</vt:lpstr>
      <vt:lpstr>Step 1. Construct a statistical model  to test your hypothesis</vt:lpstr>
      <vt:lpstr>Step 1. Construct a statistical model  to test your hypothesis</vt:lpstr>
      <vt:lpstr>ANOVA as a linear model</vt:lpstr>
      <vt:lpstr>ANOVA as a linear model</vt:lpstr>
      <vt:lpstr>ANOVA as a linear model</vt:lpstr>
      <vt:lpstr>Questions ???</vt:lpstr>
      <vt:lpstr>Linear mixed models</vt:lpstr>
      <vt:lpstr>Fixed vs. random effects?</vt:lpstr>
      <vt:lpstr>Fixed vs. random effects?</vt:lpstr>
      <vt:lpstr>Fixed vs. random effects?</vt:lpstr>
      <vt:lpstr>Random effects in experiments vs. observational studies</vt:lpstr>
      <vt:lpstr>Benefits of blocking</vt:lpstr>
      <vt:lpstr>Rules of thumb about random effects</vt:lpstr>
      <vt:lpstr>Examples of blocks</vt:lpstr>
      <vt:lpstr>Examples of blocks</vt:lpstr>
      <vt:lpstr>Examples of blocks</vt:lpstr>
      <vt:lpstr>Examples of blocks</vt:lpstr>
      <vt:lpstr>Examples of blocks</vt:lpstr>
      <vt:lpstr>Examples of blocks</vt:lpstr>
      <vt:lpstr>PowerPoint Presentation</vt:lpstr>
      <vt:lpstr>Which of the following would be characteristics typical of a FIXED effect in a statistical model? (select all that apply)</vt:lpstr>
      <vt:lpstr>Which of the following would be characteristics typical of a FIXED effect in a statistical model? (select all that apply)</vt:lpstr>
      <vt:lpstr>Which of the following would be characteristics typical of a RANDOM effect in a statistical model? (select all that apply)</vt:lpstr>
      <vt:lpstr>Which of the following would be characteristics typical of a RANDOM effect in a statistical model? (select all that apply)</vt:lpstr>
      <vt:lpstr>Step 1. Construct a statistical model  to test your hypothesis</vt:lpstr>
      <vt:lpstr>Break</vt:lpstr>
      <vt:lpstr>Step 2. Check model assumptions</vt:lpstr>
      <vt:lpstr>Assumptions of linear models</vt:lpstr>
      <vt:lpstr>Assumptions of linear models</vt:lpstr>
      <vt:lpstr>Assumptions of linear models</vt:lpstr>
      <vt:lpstr>Assumptions of linear models</vt:lpstr>
      <vt:lpstr>Assumptions of linear models</vt:lpstr>
      <vt:lpstr>Often data (and residuals)  are not normally distributed</vt:lpstr>
      <vt:lpstr>Why might we need to use non-normal distributions?</vt:lpstr>
      <vt:lpstr>Questions ???</vt:lpstr>
      <vt:lpstr>What are “generalized” models?</vt:lpstr>
      <vt:lpstr>Generalized linear mixed models</vt:lpstr>
      <vt:lpstr>Poisson distribution - assumptions</vt:lpstr>
      <vt:lpstr>Poisson linear model</vt:lpstr>
      <vt:lpstr>Poisson linear model</vt:lpstr>
      <vt:lpstr>Poisson linear model</vt:lpstr>
      <vt:lpstr>Poisson linear model – example 1</vt:lpstr>
      <vt:lpstr>Poisson linear model – example 1</vt:lpstr>
      <vt:lpstr>Common distributions</vt:lpstr>
      <vt:lpstr>Common distributions</vt:lpstr>
      <vt:lpstr>Common distributions</vt:lpstr>
      <vt:lpstr>Common distributions</vt:lpstr>
      <vt:lpstr>Negative binomial distribution - assumptions</vt:lpstr>
      <vt:lpstr>Common types of distributions</vt:lpstr>
      <vt:lpstr>What distribution best matches the data?</vt:lpstr>
      <vt:lpstr>Step 2. Check GLM assumptions</vt:lpstr>
      <vt:lpstr>Step 2. Check GLM assumptions</vt:lpstr>
      <vt:lpstr>Step 2. Check GLM assumptions</vt:lpstr>
      <vt:lpstr>Reasons for deviations of residuals</vt:lpstr>
      <vt:lpstr>Step-by-step guide to analysis (post-data collection)</vt:lpstr>
      <vt:lpstr>What is overdispersion?</vt:lpstr>
      <vt:lpstr>Processes that generate overdispersion</vt:lpstr>
      <vt:lpstr>What are consequences of overdispersion?</vt:lpstr>
      <vt:lpstr>Step-by-step guide to analysis (post-data collection)</vt:lpstr>
      <vt:lpstr>Step 3. Check random effects and model components</vt:lpstr>
      <vt:lpstr>Questions ???</vt:lpstr>
      <vt:lpstr>Step 4. Check significance of terms in model</vt:lpstr>
      <vt:lpstr>Step 4. Check significance of terms in model</vt:lpstr>
      <vt:lpstr>Methods to estimate parameters</vt:lpstr>
      <vt:lpstr>Least squares estimation</vt:lpstr>
      <vt:lpstr>Maximum likelihood estimation</vt:lpstr>
      <vt:lpstr>Maximum likelihood estimation</vt:lpstr>
      <vt:lpstr>Maximum likelihood estimation</vt:lpstr>
      <vt:lpstr>Maximum likelihood estimation</vt:lpstr>
      <vt:lpstr>Methods to estimate parameters</vt:lpstr>
      <vt:lpstr>Methods to estimate parameters</vt:lpstr>
      <vt:lpstr>Methods to estimate parameters</vt:lpstr>
      <vt:lpstr>Methods to estimate parameters</vt:lpstr>
      <vt:lpstr>A very simple example of calculating a likelihood</vt:lpstr>
      <vt:lpstr>Step-by-step guide to analysis (post-data collection)</vt:lpstr>
      <vt:lpstr>After break</vt:lpstr>
      <vt:lpstr>Step-by-step guide to analysis (post-data collection)</vt:lpstr>
      <vt:lpstr>Step-by-step guide to analysis (post-data collection)</vt:lpstr>
      <vt:lpstr>Step-by-step guide to analysis (post-data collection)</vt:lpstr>
      <vt:lpstr>Step-by-step guide to analysis (post-data collection)</vt:lpstr>
      <vt:lpstr>Troubleshooting with glmmTMB</vt:lpstr>
      <vt:lpstr>Troubleshooting with glmmTMB</vt:lpstr>
      <vt:lpstr>Troubleshooting with glmmTMB</vt:lpstr>
      <vt:lpstr>Troubleshooting with glmmTMB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Experiments in Ecology and Agriculture Spring 2021  in Review</dc:title>
  <dc:creator>Phil Hahn</dc:creator>
  <cp:lastModifiedBy>Hahn, Phil</cp:lastModifiedBy>
  <cp:revision>1</cp:revision>
  <cp:lastPrinted>2025-07-10T19:48:47Z</cp:lastPrinted>
  <dcterms:created xsi:type="dcterms:W3CDTF">2021-04-20T16:29:23Z</dcterms:created>
  <dcterms:modified xsi:type="dcterms:W3CDTF">2025-07-16T12:48:17Z</dcterms:modified>
</cp:coreProperties>
</file>